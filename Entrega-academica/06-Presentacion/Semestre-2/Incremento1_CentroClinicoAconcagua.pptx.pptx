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Open Sans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hnGEaUdl2nFC3kg28xxgGyJIYl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penSans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4" name="Google Shape;114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5" name="Google Shape;115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17" name="Google Shape;117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8" name="Google Shape;11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3" name="Google Shape;223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4" name="Google Shape;224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26" name="Google Shape;226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7" name="Google Shape;227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9" name="Google Shape;259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0" name="Google Shape;260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62" name="Google Shape;262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3" name="Google Shape;263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6" name="Google Shape;316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7" name="Google Shape;317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319" name="Google Shape;319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0" name="Google Shape;320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7" name="Google Shape;367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8" name="Google Shape;368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370" name="Google Shape;370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1" name="Google Shape;371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0" name="Google Shape;490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91" name="Google Shape;491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sp>
        <p:nvSpPr>
          <p:cNvPr id="493" name="Google Shape;493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4" name="Google Shape;494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4" name="Google Shape;564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65" name="Google Shape;565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567" name="Google Shape;567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8" name="Google Shape;568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76" name="Google Shape;776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777" name="Google Shape;777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</a:t>
            </a:r>
            <a:endParaRPr/>
          </a:p>
        </p:txBody>
      </p:sp>
      <p:sp>
        <p:nvSpPr>
          <p:cNvPr id="779" name="Google Shape;779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80" name="Google Shape;780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6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26.png"/><Relationship Id="rId7" Type="http://schemas.openxmlformats.org/officeDocument/2006/relationships/image" Target="../media/image11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30.png"/><Relationship Id="rId11" Type="http://schemas.openxmlformats.org/officeDocument/2006/relationships/image" Target="../media/image31.png"/><Relationship Id="rId22" Type="http://schemas.openxmlformats.org/officeDocument/2006/relationships/image" Target="../media/image16.png"/><Relationship Id="rId10" Type="http://schemas.openxmlformats.org/officeDocument/2006/relationships/image" Target="../media/image3.png"/><Relationship Id="rId21" Type="http://schemas.openxmlformats.org/officeDocument/2006/relationships/image" Target="../media/image27.png"/><Relationship Id="rId13" Type="http://schemas.openxmlformats.org/officeDocument/2006/relationships/image" Target="../media/image5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9" Type="http://schemas.openxmlformats.org/officeDocument/2006/relationships/image" Target="../media/image4.png"/><Relationship Id="rId15" Type="http://schemas.openxmlformats.org/officeDocument/2006/relationships/image" Target="../media/image12.png"/><Relationship Id="rId14" Type="http://schemas.openxmlformats.org/officeDocument/2006/relationships/image" Target="../media/image6.png"/><Relationship Id="rId17" Type="http://schemas.openxmlformats.org/officeDocument/2006/relationships/image" Target="../media/image19.png"/><Relationship Id="rId16" Type="http://schemas.openxmlformats.org/officeDocument/2006/relationships/image" Target="../media/image11.png"/><Relationship Id="rId5" Type="http://schemas.openxmlformats.org/officeDocument/2006/relationships/image" Target="../media/image22.png"/><Relationship Id="rId19" Type="http://schemas.openxmlformats.org/officeDocument/2006/relationships/image" Target="../media/image23.png"/><Relationship Id="rId6" Type="http://schemas.openxmlformats.org/officeDocument/2006/relationships/image" Target="../media/image13.png"/><Relationship Id="rId18" Type="http://schemas.openxmlformats.org/officeDocument/2006/relationships/image" Target="../media/image26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0058400" cy="10287000"/>
          </a:xfrm>
          <a:custGeom>
            <a:rect b="b" l="l" r="r" t="t"/>
            <a:pathLst>
              <a:path extrusionOk="0" h="13716000" w="13411200">
                <a:moveTo>
                  <a:pt x="0" y="0"/>
                </a:moveTo>
                <a:lnTo>
                  <a:pt x="13411200" y="0"/>
                </a:lnTo>
                <a:lnTo>
                  <a:pt x="134112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51929"/>
          </a:solid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548640" y="2797492"/>
            <a:ext cx="9144000" cy="3054668"/>
            <a:chOff x="0" y="-171450"/>
            <a:chExt cx="12192000" cy="407289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2192000" cy="3901440"/>
            </a:xfrm>
            <a:custGeom>
              <a:rect b="b" l="l" r="r" t="t"/>
              <a:pathLst>
                <a:path extrusionOk="0" h="3901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3901440"/>
                  </a:lnTo>
                  <a:lnTo>
                    <a:pt x="0" y="3901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889" l="0" r="0" t="-10889"/>
              </a:stretch>
            </a:blip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171450"/>
              <a:ext cx="12192000" cy="4072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CENTRO CLÍNICO</a:t>
              </a:r>
              <a:endParaRPr/>
            </a:p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ACONCAGUA</a:t>
              </a:r>
              <a:endParaRPr/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548640" y="5985034"/>
            <a:ext cx="9144000" cy="964406"/>
            <a:chOff x="0" y="-66675"/>
            <a:chExt cx="12192000" cy="1285875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2192000" cy="1219200"/>
            </a:xfrm>
            <a:custGeom>
              <a:rect b="b" l="l" r="r" t="t"/>
              <a:pathLst>
                <a:path extrusionOk="0" h="12192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66675"/>
              <a:ext cx="12192000" cy="1285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Incremento I — Sistema de Gestión de Tickets</a:t>
              </a:r>
              <a:endParaRPr/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548640" y="7089458"/>
            <a:ext cx="9144000" cy="774382"/>
            <a:chOff x="0" y="-57150"/>
            <a:chExt cx="12192000" cy="103251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12192000" cy="975360"/>
            </a:xfrm>
            <a:custGeom>
              <a:rect b="b" l="l" r="r" t="t"/>
              <a:pathLst>
                <a:path extrusionOk="0" h="9753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3570" l="0" r="0" t="-193570"/>
              </a:stretch>
            </a:blipFill>
            <a:ln>
              <a:noFill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57150"/>
              <a:ext cx="12192000" cy="1032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8A94B0"/>
                  </a:solidFill>
                  <a:latin typeface="Calibri"/>
                  <a:ea typeface="Calibri"/>
                  <a:cs typeface="Calibri"/>
                  <a:sym typeface="Calibri"/>
                </a:rPr>
                <a:t>Ingeniería en Software I</a:t>
              </a:r>
              <a:endParaRPr/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10607040" y="2693194"/>
            <a:ext cx="7315200" cy="781526"/>
            <a:chOff x="0" y="-66675"/>
            <a:chExt cx="9753600" cy="1042035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9753600" cy="975360"/>
            </a:xfrm>
            <a:custGeom>
              <a:rect b="b" l="l" r="r" t="t"/>
              <a:pathLst>
                <a:path extrusionOk="0"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04" name="Google Shape;104;p1"/>
            <p:cNvSpPr txBox="1"/>
            <p:nvPr/>
          </p:nvSpPr>
          <p:spPr>
            <a:xfrm>
              <a:off x="0" y="-66675"/>
              <a:ext cx="9753600" cy="1042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Equipo N° 11</a:t>
              </a:r>
              <a:endParaRPr/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10607040" y="3530441"/>
            <a:ext cx="7315200" cy="5522119"/>
            <a:chOff x="0" y="-47625"/>
            <a:chExt cx="9753600" cy="7362825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9753600" cy="7315200"/>
            </a:xfrm>
            <a:custGeom>
              <a:rect b="b" l="l" r="r" t="t"/>
              <a:pathLst>
                <a:path extrusionOk="0" h="73152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0"/>
                  </a:lnTo>
                  <a:lnTo>
                    <a:pt x="0" y="7315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6228" r="-46228" t="0"/>
              </a:stretch>
            </a:blipFill>
            <a:ln>
              <a:noFill/>
            </a:ln>
          </p:spPr>
        </p:sp>
        <p:sp>
          <p:nvSpPr>
            <p:cNvPr id="107" name="Google Shape;107;p1"/>
            <p:cNvSpPr txBox="1"/>
            <p:nvPr/>
          </p:nvSpPr>
          <p:spPr>
            <a:xfrm>
              <a:off x="0" y="-47625"/>
              <a:ext cx="9753600" cy="7362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Benjamín Jeremias González Cortes</a:t>
              </a:r>
              <a:endParaRPr/>
            </a:p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Vicente Antonio Henríquez Rojas</a:t>
              </a:r>
              <a:endParaRPr/>
            </a:p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Aylin Catalina Herrera Soto</a:t>
              </a:r>
              <a:endParaRPr/>
            </a:p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Carlos Matias León Gómez</a:t>
              </a:r>
              <a:endParaRPr/>
            </a:p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Pedro Steven López Moreno</a:t>
              </a:r>
              <a:endParaRPr/>
            </a:p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Nicolás Antonio Salas Villarroel</a:t>
              </a:r>
              <a:endParaRPr/>
            </a:p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99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"/>
          <p:cNvGrpSpPr/>
          <p:nvPr/>
        </p:nvGrpSpPr>
        <p:grpSpPr>
          <a:xfrm>
            <a:off x="10607040" y="8932545"/>
            <a:ext cx="7315200" cy="760095"/>
            <a:chOff x="0" y="-38100"/>
            <a:chExt cx="9753600" cy="1013460"/>
          </a:xfrm>
        </p:grpSpPr>
        <p:sp>
          <p:nvSpPr>
            <p:cNvPr id="109" name="Google Shape;109;p1"/>
            <p:cNvSpPr/>
            <p:nvPr/>
          </p:nvSpPr>
          <p:spPr>
            <a:xfrm>
              <a:off x="0" y="0"/>
              <a:ext cx="9753600" cy="975360"/>
            </a:xfrm>
            <a:custGeom>
              <a:rect b="b" l="l" r="r" t="t"/>
              <a:pathLst>
                <a:path extrusionOk="0"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10" name="Google Shape;110;p1"/>
            <p:cNvSpPr txBox="1"/>
            <p:nvPr/>
          </p:nvSpPr>
          <p:spPr>
            <a:xfrm>
              <a:off x="0" y="-38100"/>
              <a:ext cx="9753600" cy="1013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8A94B0"/>
                  </a:solidFill>
                  <a:latin typeface="Calibri"/>
                  <a:ea typeface="Calibri"/>
                  <a:cs typeface="Calibri"/>
                  <a:sym typeface="Calibri"/>
                </a:rPr>
                <a:t>Profesor: Paulo Luis Francisco Quinsacara Jofré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8A94B0"/>
                  </a:solidFill>
                  <a:latin typeface="Calibri"/>
                  <a:ea typeface="Calibri"/>
                  <a:cs typeface="Calibri"/>
                  <a:sym typeface="Calibri"/>
                </a:rPr>
                <a:t>Fecha: 28 - 08 - 2026</a:t>
              </a:r>
              <a:endParaRPr/>
            </a:p>
          </p:txBody>
        </p:sp>
      </p:grpSp>
      <p:sp>
        <p:nvSpPr>
          <p:cNvPr id="111" name="Google Shape;111;p1"/>
          <p:cNvSpPr/>
          <p:nvPr/>
        </p:nvSpPr>
        <p:spPr>
          <a:xfrm>
            <a:off x="548640" y="303451"/>
            <a:ext cx="6772968" cy="2350151"/>
          </a:xfrm>
          <a:custGeom>
            <a:rect b="b" l="l" r="r" t="t"/>
            <a:pathLst>
              <a:path extrusionOk="0" h="2350151" w="6772968">
                <a:moveTo>
                  <a:pt x="0" y="0"/>
                </a:moveTo>
                <a:lnTo>
                  <a:pt x="6772968" y="0"/>
                </a:lnTo>
                <a:lnTo>
                  <a:pt x="6772968" y="2350152"/>
                </a:lnTo>
                <a:lnTo>
                  <a:pt x="0" y="2350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746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"/>
          <p:cNvGrpSpPr/>
          <p:nvPr/>
        </p:nvGrpSpPr>
        <p:grpSpPr>
          <a:xfrm>
            <a:off x="731520" y="222885"/>
            <a:ext cx="16824960" cy="1423035"/>
            <a:chOff x="0" y="-190500"/>
            <a:chExt cx="22433280" cy="1897380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22433280" cy="1706880"/>
            </a:xfrm>
            <a:custGeom>
              <a:rect b="b" l="l" r="r" t="t"/>
              <a:pathLst>
                <a:path extrusionOk="0" h="17068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6095" l="0" r="0" t="-206095"/>
              </a:stretch>
            </a:blip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0" y="-190500"/>
              <a:ext cx="22433280" cy="18973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ÍNDICE</a:t>
              </a:r>
              <a:endParaRPr/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731520" y="2011680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2"/>
          <p:cNvGrpSpPr/>
          <p:nvPr/>
        </p:nvGrpSpPr>
        <p:grpSpPr>
          <a:xfrm>
            <a:off x="731520" y="1983105"/>
            <a:ext cx="694944" cy="723519"/>
            <a:chOff x="0" y="-38100"/>
            <a:chExt cx="926592" cy="964692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645920" y="1961674"/>
            <a:ext cx="6949440" cy="744950"/>
            <a:chOff x="0" y="-66675"/>
            <a:chExt cx="9265920" cy="993267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9265920" cy="926592"/>
            </a:xfrm>
            <a:custGeom>
              <a:rect b="b" l="l" r="r" t="t"/>
              <a:pathLst>
                <a:path extrusionOk="0"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66675"/>
              <a:ext cx="926592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Introducción</a:t>
              </a:r>
              <a:endParaRPr/>
            </a:p>
          </p:txBody>
        </p:sp>
      </p:grpSp>
      <p:sp>
        <p:nvSpPr>
          <p:cNvPr id="130" name="Google Shape;130;p2"/>
          <p:cNvSpPr/>
          <p:nvPr/>
        </p:nvSpPr>
        <p:spPr>
          <a:xfrm>
            <a:off x="731520" y="2962656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" name="Google Shape;131;p2"/>
          <p:cNvGrpSpPr/>
          <p:nvPr/>
        </p:nvGrpSpPr>
        <p:grpSpPr>
          <a:xfrm>
            <a:off x="731520" y="2934081"/>
            <a:ext cx="694944" cy="723519"/>
            <a:chOff x="0" y="-38100"/>
            <a:chExt cx="926592" cy="964692"/>
          </a:xfrm>
        </p:grpSpPr>
        <p:sp>
          <p:nvSpPr>
            <p:cNvPr id="132" name="Google Shape;132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33" name="Google Shape;133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134" name="Google Shape;134;p2"/>
          <p:cNvGrpSpPr/>
          <p:nvPr/>
        </p:nvGrpSpPr>
        <p:grpSpPr>
          <a:xfrm>
            <a:off x="1645920" y="2912650"/>
            <a:ext cx="6949440" cy="744950"/>
            <a:chOff x="0" y="-66675"/>
            <a:chExt cx="9265920" cy="993267"/>
          </a:xfrm>
        </p:grpSpPr>
        <p:sp>
          <p:nvSpPr>
            <p:cNvPr id="135" name="Google Shape;135;p2"/>
            <p:cNvSpPr/>
            <p:nvPr/>
          </p:nvSpPr>
          <p:spPr>
            <a:xfrm>
              <a:off x="0" y="0"/>
              <a:ext cx="9265920" cy="926592"/>
            </a:xfrm>
            <a:custGeom>
              <a:rect b="b" l="l" r="r" t="t"/>
              <a:pathLst>
                <a:path extrusionOk="0"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36" name="Google Shape;136;p2"/>
            <p:cNvSpPr txBox="1"/>
            <p:nvPr/>
          </p:nvSpPr>
          <p:spPr>
            <a:xfrm>
              <a:off x="0" y="-66675"/>
              <a:ext cx="926592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Resumen del Incremento</a:t>
              </a:r>
              <a:endParaRPr/>
            </a:p>
          </p:txBody>
        </p:sp>
      </p:grpSp>
      <p:sp>
        <p:nvSpPr>
          <p:cNvPr id="137" name="Google Shape;137;p2"/>
          <p:cNvSpPr/>
          <p:nvPr/>
        </p:nvSpPr>
        <p:spPr>
          <a:xfrm>
            <a:off x="731520" y="3913632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2"/>
          <p:cNvGrpSpPr/>
          <p:nvPr/>
        </p:nvGrpSpPr>
        <p:grpSpPr>
          <a:xfrm>
            <a:off x="731520" y="3885057"/>
            <a:ext cx="694944" cy="723519"/>
            <a:chOff x="0" y="-38100"/>
            <a:chExt cx="926592" cy="964692"/>
          </a:xfrm>
        </p:grpSpPr>
        <p:sp>
          <p:nvSpPr>
            <p:cNvPr id="139" name="Google Shape;139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40" name="Google Shape;140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grpSp>
        <p:nvGrpSpPr>
          <p:cNvPr id="141" name="Google Shape;141;p2"/>
          <p:cNvGrpSpPr/>
          <p:nvPr/>
        </p:nvGrpSpPr>
        <p:grpSpPr>
          <a:xfrm>
            <a:off x="1645920" y="3863626"/>
            <a:ext cx="6949440" cy="744950"/>
            <a:chOff x="0" y="-66675"/>
            <a:chExt cx="9265920" cy="993267"/>
          </a:xfrm>
        </p:grpSpPr>
        <p:sp>
          <p:nvSpPr>
            <p:cNvPr id="142" name="Google Shape;142;p2"/>
            <p:cNvSpPr/>
            <p:nvPr/>
          </p:nvSpPr>
          <p:spPr>
            <a:xfrm>
              <a:off x="0" y="0"/>
              <a:ext cx="9265920" cy="926592"/>
            </a:xfrm>
            <a:custGeom>
              <a:rect b="b" l="l" r="r" t="t"/>
              <a:pathLst>
                <a:path extrusionOk="0"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43" name="Google Shape;143;p2"/>
            <p:cNvSpPr txBox="1"/>
            <p:nvPr/>
          </p:nvSpPr>
          <p:spPr>
            <a:xfrm>
              <a:off x="0" y="-66675"/>
              <a:ext cx="926592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Entregado al Negocio</a:t>
              </a:r>
              <a:endParaRPr/>
            </a:p>
          </p:txBody>
        </p:sp>
      </p:grpSp>
      <p:sp>
        <p:nvSpPr>
          <p:cNvPr id="144" name="Google Shape;144;p2"/>
          <p:cNvSpPr/>
          <p:nvPr/>
        </p:nvSpPr>
        <p:spPr>
          <a:xfrm>
            <a:off x="731520" y="4864608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" name="Google Shape;145;p2"/>
          <p:cNvGrpSpPr/>
          <p:nvPr/>
        </p:nvGrpSpPr>
        <p:grpSpPr>
          <a:xfrm>
            <a:off x="731520" y="4836033"/>
            <a:ext cx="694944" cy="723519"/>
            <a:chOff x="0" y="-38100"/>
            <a:chExt cx="926592" cy="964692"/>
          </a:xfrm>
        </p:grpSpPr>
        <p:sp>
          <p:nvSpPr>
            <p:cNvPr id="146" name="Google Shape;146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47" name="Google Shape;147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grpSp>
        <p:nvGrpSpPr>
          <p:cNvPr id="148" name="Google Shape;148;p2"/>
          <p:cNvGrpSpPr/>
          <p:nvPr/>
        </p:nvGrpSpPr>
        <p:grpSpPr>
          <a:xfrm>
            <a:off x="1645920" y="4814602"/>
            <a:ext cx="6949440" cy="744950"/>
            <a:chOff x="0" y="-66675"/>
            <a:chExt cx="9265920" cy="993267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9265920" cy="926592"/>
            </a:xfrm>
            <a:custGeom>
              <a:rect b="b" l="l" r="r" t="t"/>
              <a:pathLst>
                <a:path extrusionOk="0"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0" y="-66675"/>
              <a:ext cx="926592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Alcance Funcional Del Incremento</a:t>
              </a:r>
              <a:endParaRPr/>
            </a:p>
          </p:txBody>
        </p:sp>
      </p:grpSp>
      <p:sp>
        <p:nvSpPr>
          <p:cNvPr id="151" name="Google Shape;151;p2"/>
          <p:cNvSpPr/>
          <p:nvPr/>
        </p:nvSpPr>
        <p:spPr>
          <a:xfrm>
            <a:off x="731520" y="5815584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2"/>
          <p:cNvGrpSpPr/>
          <p:nvPr/>
        </p:nvGrpSpPr>
        <p:grpSpPr>
          <a:xfrm>
            <a:off x="731520" y="5787009"/>
            <a:ext cx="694944" cy="723519"/>
            <a:chOff x="0" y="-38100"/>
            <a:chExt cx="926592" cy="964692"/>
          </a:xfrm>
        </p:grpSpPr>
        <p:sp>
          <p:nvSpPr>
            <p:cNvPr id="153" name="Google Shape;153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54" name="Google Shape;154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</p:grpSp>
      <p:grpSp>
        <p:nvGrpSpPr>
          <p:cNvPr id="155" name="Google Shape;155;p2"/>
          <p:cNvGrpSpPr/>
          <p:nvPr/>
        </p:nvGrpSpPr>
        <p:grpSpPr>
          <a:xfrm>
            <a:off x="1645920" y="5765578"/>
            <a:ext cx="6949440" cy="744950"/>
            <a:chOff x="0" y="-66675"/>
            <a:chExt cx="9265920" cy="993267"/>
          </a:xfrm>
        </p:grpSpPr>
        <p:sp>
          <p:nvSpPr>
            <p:cNvPr id="156" name="Google Shape;156;p2"/>
            <p:cNvSpPr/>
            <p:nvPr/>
          </p:nvSpPr>
          <p:spPr>
            <a:xfrm>
              <a:off x="0" y="0"/>
              <a:ext cx="9265920" cy="926592"/>
            </a:xfrm>
            <a:custGeom>
              <a:rect b="b" l="l" r="r" t="t"/>
              <a:pathLst>
                <a:path extrusionOk="0"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57" name="Google Shape;157;p2"/>
            <p:cNvSpPr txBox="1"/>
            <p:nvPr/>
          </p:nvSpPr>
          <p:spPr>
            <a:xfrm>
              <a:off x="0" y="-66675"/>
              <a:ext cx="926592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Req. Funcionales (ESA)</a:t>
              </a:r>
              <a:endParaRPr/>
            </a:p>
          </p:txBody>
        </p:sp>
      </p:grpSp>
      <p:sp>
        <p:nvSpPr>
          <p:cNvPr id="158" name="Google Shape;158;p2"/>
          <p:cNvSpPr/>
          <p:nvPr/>
        </p:nvSpPr>
        <p:spPr>
          <a:xfrm>
            <a:off x="731520" y="6766560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2"/>
          <p:cNvGrpSpPr/>
          <p:nvPr/>
        </p:nvGrpSpPr>
        <p:grpSpPr>
          <a:xfrm>
            <a:off x="731520" y="6737985"/>
            <a:ext cx="694944" cy="723519"/>
            <a:chOff x="0" y="-38100"/>
            <a:chExt cx="926592" cy="964692"/>
          </a:xfrm>
        </p:grpSpPr>
        <p:sp>
          <p:nvSpPr>
            <p:cNvPr id="160" name="Google Shape;160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61" name="Google Shape;161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</p:grpSp>
      <p:sp>
        <p:nvSpPr>
          <p:cNvPr id="162" name="Google Shape;162;p2"/>
          <p:cNvSpPr/>
          <p:nvPr/>
        </p:nvSpPr>
        <p:spPr>
          <a:xfrm>
            <a:off x="731520" y="7717536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2"/>
          <p:cNvGrpSpPr/>
          <p:nvPr/>
        </p:nvGrpSpPr>
        <p:grpSpPr>
          <a:xfrm>
            <a:off x="731520" y="7688961"/>
            <a:ext cx="694944" cy="723519"/>
            <a:chOff x="0" y="-38100"/>
            <a:chExt cx="926592" cy="964692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65" name="Google Shape;165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</p:grpSp>
      <p:grpSp>
        <p:nvGrpSpPr>
          <p:cNvPr id="166" name="Google Shape;166;p2"/>
          <p:cNvGrpSpPr/>
          <p:nvPr/>
        </p:nvGrpSpPr>
        <p:grpSpPr>
          <a:xfrm>
            <a:off x="1645920" y="6717697"/>
            <a:ext cx="6949440" cy="744950"/>
            <a:chOff x="0" y="-66675"/>
            <a:chExt cx="9265920" cy="993267"/>
          </a:xfrm>
        </p:grpSpPr>
        <p:sp>
          <p:nvSpPr>
            <p:cNvPr id="167" name="Google Shape;167;p2"/>
            <p:cNvSpPr/>
            <p:nvPr/>
          </p:nvSpPr>
          <p:spPr>
            <a:xfrm>
              <a:off x="0" y="0"/>
              <a:ext cx="9265920" cy="926592"/>
            </a:xfrm>
            <a:custGeom>
              <a:rect b="b" l="l" r="r" t="t"/>
              <a:pathLst>
                <a:path extrusionOk="0"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68" name="Google Shape;168;p2"/>
            <p:cNvSpPr txBox="1"/>
            <p:nvPr/>
          </p:nvSpPr>
          <p:spPr>
            <a:xfrm>
              <a:off x="0" y="-66675"/>
              <a:ext cx="926592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CU-08</a:t>
              </a:r>
              <a:endParaRPr/>
            </a:p>
          </p:txBody>
        </p:sp>
      </p:grpSp>
      <p:sp>
        <p:nvSpPr>
          <p:cNvPr id="169" name="Google Shape;169;p2"/>
          <p:cNvSpPr/>
          <p:nvPr/>
        </p:nvSpPr>
        <p:spPr>
          <a:xfrm>
            <a:off x="731520" y="8668512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2"/>
          <p:cNvGrpSpPr/>
          <p:nvPr/>
        </p:nvGrpSpPr>
        <p:grpSpPr>
          <a:xfrm>
            <a:off x="731520" y="8639937"/>
            <a:ext cx="694944" cy="723519"/>
            <a:chOff x="0" y="-38100"/>
            <a:chExt cx="926592" cy="964692"/>
          </a:xfrm>
        </p:grpSpPr>
        <p:sp>
          <p:nvSpPr>
            <p:cNvPr id="171" name="Google Shape;171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72" name="Google Shape;172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</p:grpSp>
      <p:grpSp>
        <p:nvGrpSpPr>
          <p:cNvPr id="173" name="Google Shape;173;p2"/>
          <p:cNvGrpSpPr/>
          <p:nvPr/>
        </p:nvGrpSpPr>
        <p:grpSpPr>
          <a:xfrm>
            <a:off x="1645920" y="7669816"/>
            <a:ext cx="6949440" cy="744950"/>
            <a:chOff x="0" y="-66675"/>
            <a:chExt cx="9265920" cy="993267"/>
          </a:xfrm>
        </p:grpSpPr>
        <p:sp>
          <p:nvSpPr>
            <p:cNvPr id="174" name="Google Shape;174;p2"/>
            <p:cNvSpPr/>
            <p:nvPr/>
          </p:nvSpPr>
          <p:spPr>
            <a:xfrm>
              <a:off x="0" y="0"/>
              <a:ext cx="9265920" cy="926592"/>
            </a:xfrm>
            <a:custGeom>
              <a:rect b="b" l="l" r="r" t="t"/>
              <a:pathLst>
                <a:path extrusionOk="0" h="92659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44856" l="0" r="0" t="-144856"/>
              </a:stretch>
            </a:blipFill>
            <a:ln>
              <a:noFill/>
            </a:ln>
          </p:spPr>
        </p:sp>
        <p:sp>
          <p:nvSpPr>
            <p:cNvPr id="175" name="Google Shape;175;p2"/>
            <p:cNvSpPr txBox="1"/>
            <p:nvPr/>
          </p:nvSpPr>
          <p:spPr>
            <a:xfrm>
              <a:off x="0" y="-66675"/>
              <a:ext cx="926592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CU-08</a:t>
              </a:r>
              <a:endParaRPr/>
            </a:p>
          </p:txBody>
        </p:sp>
      </p:grpSp>
      <p:sp>
        <p:nvSpPr>
          <p:cNvPr id="176" name="Google Shape;176;p2"/>
          <p:cNvSpPr/>
          <p:nvPr/>
        </p:nvSpPr>
        <p:spPr>
          <a:xfrm>
            <a:off x="9144000" y="2011680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" name="Google Shape;177;p2"/>
          <p:cNvGrpSpPr/>
          <p:nvPr/>
        </p:nvGrpSpPr>
        <p:grpSpPr>
          <a:xfrm>
            <a:off x="9144000" y="1983105"/>
            <a:ext cx="694944" cy="723519"/>
            <a:chOff x="0" y="-38100"/>
            <a:chExt cx="926592" cy="964692"/>
          </a:xfrm>
        </p:grpSpPr>
        <p:sp>
          <p:nvSpPr>
            <p:cNvPr id="178" name="Google Shape;178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79" name="Google Shape;179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</p:grpSp>
      <p:grpSp>
        <p:nvGrpSpPr>
          <p:cNvPr id="180" name="Google Shape;180;p2"/>
          <p:cNvGrpSpPr/>
          <p:nvPr/>
        </p:nvGrpSpPr>
        <p:grpSpPr>
          <a:xfrm>
            <a:off x="1645920" y="8621935"/>
            <a:ext cx="7680960" cy="744950"/>
            <a:chOff x="0" y="-66675"/>
            <a:chExt cx="10241280" cy="993267"/>
          </a:xfrm>
        </p:grpSpPr>
        <p:sp>
          <p:nvSpPr>
            <p:cNvPr id="181" name="Google Shape;181;p2"/>
            <p:cNvSpPr/>
            <p:nvPr/>
          </p:nvSpPr>
          <p:spPr>
            <a:xfrm>
              <a:off x="0" y="0"/>
              <a:ext cx="10241280" cy="926592"/>
            </a:xfrm>
            <a:custGeom>
              <a:rect b="b" l="l" r="r" t="t"/>
              <a:pathLst>
                <a:path extrusionOk="0"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5369" l="0" r="0" t="-165369"/>
              </a:stretch>
            </a:blipFill>
            <a:ln>
              <a:noFill/>
            </a:ln>
          </p:spPr>
        </p:sp>
        <p:sp>
          <p:nvSpPr>
            <p:cNvPr id="182" name="Google Shape;182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Vista en el sistema CU-08</a:t>
              </a:r>
              <a:endParaRPr/>
            </a:p>
          </p:txBody>
        </p:sp>
      </p:grpSp>
      <p:sp>
        <p:nvSpPr>
          <p:cNvPr id="183" name="Google Shape;183;p2"/>
          <p:cNvSpPr/>
          <p:nvPr/>
        </p:nvSpPr>
        <p:spPr>
          <a:xfrm>
            <a:off x="9144000" y="2962656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2"/>
          <p:cNvGrpSpPr/>
          <p:nvPr/>
        </p:nvGrpSpPr>
        <p:grpSpPr>
          <a:xfrm>
            <a:off x="9144000" y="2934081"/>
            <a:ext cx="694944" cy="723519"/>
            <a:chOff x="0" y="-38100"/>
            <a:chExt cx="926592" cy="964692"/>
          </a:xfrm>
        </p:grpSpPr>
        <p:sp>
          <p:nvSpPr>
            <p:cNvPr id="185" name="Google Shape;185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86" name="Google Shape;186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10058019" y="1961674"/>
            <a:ext cx="7680960" cy="744950"/>
            <a:chOff x="0" y="-66675"/>
            <a:chExt cx="10241280" cy="993267"/>
          </a:xfrm>
        </p:grpSpPr>
        <p:sp>
          <p:nvSpPr>
            <p:cNvPr id="188" name="Google Shape;188;p2"/>
            <p:cNvSpPr/>
            <p:nvPr/>
          </p:nvSpPr>
          <p:spPr>
            <a:xfrm>
              <a:off x="0" y="0"/>
              <a:ext cx="10241280" cy="926592"/>
            </a:xfrm>
            <a:custGeom>
              <a:rect b="b" l="l" r="r" t="t"/>
              <a:pathLst>
                <a:path extrusionOk="0"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5369" l="0" r="0" t="-165369"/>
              </a:stretch>
            </a:blipFill>
            <a:ln>
              <a:noFill/>
            </a:ln>
          </p:spPr>
        </p:sp>
        <p:sp>
          <p:nvSpPr>
            <p:cNvPr id="189" name="Google Shape;189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CU-35</a:t>
              </a:r>
              <a:endParaRPr/>
            </a:p>
          </p:txBody>
        </p:sp>
      </p:grpSp>
      <p:sp>
        <p:nvSpPr>
          <p:cNvPr id="190" name="Google Shape;190;p2"/>
          <p:cNvSpPr/>
          <p:nvPr/>
        </p:nvSpPr>
        <p:spPr>
          <a:xfrm>
            <a:off x="9144000" y="3913632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"/>
          <p:cNvGrpSpPr/>
          <p:nvPr/>
        </p:nvGrpSpPr>
        <p:grpSpPr>
          <a:xfrm>
            <a:off x="9144000" y="3885057"/>
            <a:ext cx="694944" cy="723519"/>
            <a:chOff x="0" y="-38100"/>
            <a:chExt cx="926592" cy="964692"/>
          </a:xfrm>
        </p:grpSpPr>
        <p:sp>
          <p:nvSpPr>
            <p:cNvPr id="192" name="Google Shape;192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193" name="Google Shape;193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</p:grpSp>
      <p:grpSp>
        <p:nvGrpSpPr>
          <p:cNvPr id="194" name="Google Shape;194;p2"/>
          <p:cNvGrpSpPr/>
          <p:nvPr/>
        </p:nvGrpSpPr>
        <p:grpSpPr>
          <a:xfrm>
            <a:off x="10058019" y="2912650"/>
            <a:ext cx="7680960" cy="744950"/>
            <a:chOff x="0" y="-66675"/>
            <a:chExt cx="10241280" cy="993267"/>
          </a:xfrm>
        </p:grpSpPr>
        <p:sp>
          <p:nvSpPr>
            <p:cNvPr id="195" name="Google Shape;195;p2"/>
            <p:cNvSpPr/>
            <p:nvPr/>
          </p:nvSpPr>
          <p:spPr>
            <a:xfrm>
              <a:off x="0" y="0"/>
              <a:ext cx="10241280" cy="926592"/>
            </a:xfrm>
            <a:custGeom>
              <a:rect b="b" l="l" r="r" t="t"/>
              <a:pathLst>
                <a:path extrusionOk="0"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5369" l="0" r="0" t="-165369"/>
              </a:stretch>
            </a:blipFill>
            <a:ln>
              <a:noFill/>
            </a:ln>
          </p:spPr>
        </p:sp>
        <p:sp>
          <p:nvSpPr>
            <p:cNvPr id="196" name="Google Shape;196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CU-35</a:t>
              </a:r>
              <a:endParaRPr/>
            </a:p>
          </p:txBody>
        </p:sp>
      </p:grpSp>
      <p:sp>
        <p:nvSpPr>
          <p:cNvPr id="197" name="Google Shape;197;p2"/>
          <p:cNvSpPr/>
          <p:nvPr/>
        </p:nvSpPr>
        <p:spPr>
          <a:xfrm>
            <a:off x="9144000" y="4864608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2"/>
          <p:cNvGrpSpPr/>
          <p:nvPr/>
        </p:nvGrpSpPr>
        <p:grpSpPr>
          <a:xfrm>
            <a:off x="9144000" y="4836033"/>
            <a:ext cx="694944" cy="723519"/>
            <a:chOff x="0" y="-38100"/>
            <a:chExt cx="926592" cy="964692"/>
          </a:xfrm>
        </p:grpSpPr>
        <p:sp>
          <p:nvSpPr>
            <p:cNvPr id="199" name="Google Shape;199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200" name="Google Shape;200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</p:grpSp>
      <p:grpSp>
        <p:nvGrpSpPr>
          <p:cNvPr id="201" name="Google Shape;201;p2"/>
          <p:cNvGrpSpPr/>
          <p:nvPr/>
        </p:nvGrpSpPr>
        <p:grpSpPr>
          <a:xfrm>
            <a:off x="10058400" y="3860959"/>
            <a:ext cx="7680960" cy="744950"/>
            <a:chOff x="0" y="-66675"/>
            <a:chExt cx="10241280" cy="993267"/>
          </a:xfrm>
        </p:grpSpPr>
        <p:sp>
          <p:nvSpPr>
            <p:cNvPr id="202" name="Google Shape;202;p2"/>
            <p:cNvSpPr/>
            <p:nvPr/>
          </p:nvSpPr>
          <p:spPr>
            <a:xfrm>
              <a:off x="0" y="0"/>
              <a:ext cx="10241280" cy="926592"/>
            </a:xfrm>
            <a:custGeom>
              <a:rect b="b" l="l" r="r" t="t"/>
              <a:pathLst>
                <a:path extrusionOk="0"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5369" l="0" r="0" t="-165369"/>
              </a:stretch>
            </a:blipFill>
            <a:ln>
              <a:noFill/>
            </a:ln>
          </p:spPr>
        </p:sp>
        <p:sp>
          <p:nvSpPr>
            <p:cNvPr id="203" name="Google Shape;203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Vista en el sistema CU-35</a:t>
              </a:r>
              <a:endParaRPr/>
            </a:p>
          </p:txBody>
        </p:sp>
      </p:grpSp>
      <p:sp>
        <p:nvSpPr>
          <p:cNvPr id="204" name="Google Shape;204;p2"/>
          <p:cNvSpPr/>
          <p:nvPr/>
        </p:nvSpPr>
        <p:spPr>
          <a:xfrm>
            <a:off x="9144000" y="5815584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" name="Google Shape;205;p2"/>
          <p:cNvGrpSpPr/>
          <p:nvPr/>
        </p:nvGrpSpPr>
        <p:grpSpPr>
          <a:xfrm>
            <a:off x="9144000" y="5787009"/>
            <a:ext cx="694944" cy="723519"/>
            <a:chOff x="0" y="-38100"/>
            <a:chExt cx="926592" cy="964692"/>
          </a:xfrm>
        </p:grpSpPr>
        <p:sp>
          <p:nvSpPr>
            <p:cNvPr id="206" name="Google Shape;206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207" name="Google Shape;207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</p:grpSp>
      <p:grpSp>
        <p:nvGrpSpPr>
          <p:cNvPr id="208" name="Google Shape;208;p2"/>
          <p:cNvGrpSpPr/>
          <p:nvPr/>
        </p:nvGrpSpPr>
        <p:grpSpPr>
          <a:xfrm>
            <a:off x="10058019" y="4814602"/>
            <a:ext cx="7680960" cy="744950"/>
            <a:chOff x="0" y="-66675"/>
            <a:chExt cx="10241280" cy="993267"/>
          </a:xfrm>
        </p:grpSpPr>
        <p:sp>
          <p:nvSpPr>
            <p:cNvPr id="209" name="Google Shape;209;p2"/>
            <p:cNvSpPr/>
            <p:nvPr/>
          </p:nvSpPr>
          <p:spPr>
            <a:xfrm>
              <a:off x="0" y="0"/>
              <a:ext cx="10241280" cy="926592"/>
            </a:xfrm>
            <a:custGeom>
              <a:rect b="b" l="l" r="r" t="t"/>
              <a:pathLst>
                <a:path extrusionOk="0"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5369" l="0" r="0" t="-165369"/>
              </a:stretch>
            </a:blipFill>
            <a:ln>
              <a:noFill/>
            </a:ln>
          </p:spPr>
        </p:sp>
        <p:sp>
          <p:nvSpPr>
            <p:cNvPr id="210" name="Google Shape;210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Vista Desarrollo (Componentes)</a:t>
              </a:r>
              <a:endParaRPr/>
            </a:p>
          </p:txBody>
        </p:sp>
      </p:grpSp>
      <p:sp>
        <p:nvSpPr>
          <p:cNvPr id="211" name="Google Shape;211;p2"/>
          <p:cNvSpPr/>
          <p:nvPr/>
        </p:nvSpPr>
        <p:spPr>
          <a:xfrm>
            <a:off x="9144000" y="6766560"/>
            <a:ext cx="694944" cy="694944"/>
          </a:xfrm>
          <a:custGeom>
            <a:rect b="b" l="l" r="r" t="t"/>
            <a:pathLst>
              <a:path extrusionOk="0" h="926592" w="926592">
                <a:moveTo>
                  <a:pt x="0" y="463296"/>
                </a:moveTo>
                <a:cubicBezTo>
                  <a:pt x="0" y="207391"/>
                  <a:pt x="207391" y="0"/>
                  <a:pt x="463296" y="0"/>
                </a:cubicBezTo>
                <a:cubicBezTo>
                  <a:pt x="719201" y="0"/>
                  <a:pt x="926592" y="207391"/>
                  <a:pt x="926592" y="463296"/>
                </a:cubicBezTo>
                <a:cubicBezTo>
                  <a:pt x="926592" y="719201"/>
                  <a:pt x="719201" y="926592"/>
                  <a:pt x="463296" y="926592"/>
                </a:cubicBezTo>
                <a:cubicBezTo>
                  <a:pt x="207391" y="926592"/>
                  <a:pt x="0" y="719201"/>
                  <a:pt x="0" y="4632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2"/>
          <p:cNvGrpSpPr/>
          <p:nvPr/>
        </p:nvGrpSpPr>
        <p:grpSpPr>
          <a:xfrm>
            <a:off x="9144000" y="6737985"/>
            <a:ext cx="694944" cy="723519"/>
            <a:chOff x="0" y="-38100"/>
            <a:chExt cx="926592" cy="964692"/>
          </a:xfrm>
        </p:grpSpPr>
        <p:sp>
          <p:nvSpPr>
            <p:cNvPr id="213" name="Google Shape;213;p2"/>
            <p:cNvSpPr/>
            <p:nvPr/>
          </p:nvSpPr>
          <p:spPr>
            <a:xfrm>
              <a:off x="0" y="0"/>
              <a:ext cx="926592" cy="926592"/>
            </a:xfrm>
            <a:custGeom>
              <a:rect b="b" l="l" r="r" t="t"/>
              <a:pathLst>
                <a:path extrusionOk="0"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78304" r="-78304" t="0"/>
              </a:stretch>
            </a:blipFill>
            <a:ln>
              <a:noFill/>
            </a:ln>
          </p:spPr>
        </p:sp>
        <p:sp>
          <p:nvSpPr>
            <p:cNvPr id="214" name="Google Shape;214;p2"/>
            <p:cNvSpPr txBox="1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E2235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</p:grpSp>
      <p:grpSp>
        <p:nvGrpSpPr>
          <p:cNvPr id="215" name="Google Shape;215;p2"/>
          <p:cNvGrpSpPr/>
          <p:nvPr/>
        </p:nvGrpSpPr>
        <p:grpSpPr>
          <a:xfrm>
            <a:off x="10058019" y="5871496"/>
            <a:ext cx="7680960" cy="744950"/>
            <a:chOff x="0" y="-66675"/>
            <a:chExt cx="10241280" cy="993267"/>
          </a:xfrm>
        </p:grpSpPr>
        <p:sp>
          <p:nvSpPr>
            <p:cNvPr id="216" name="Google Shape;216;p2"/>
            <p:cNvSpPr/>
            <p:nvPr/>
          </p:nvSpPr>
          <p:spPr>
            <a:xfrm>
              <a:off x="0" y="0"/>
              <a:ext cx="10241280" cy="926592"/>
            </a:xfrm>
            <a:custGeom>
              <a:rect b="b" l="l" r="r" t="t"/>
              <a:pathLst>
                <a:path extrusionOk="0"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5369" l="0" r="0" t="-165369"/>
              </a:stretch>
            </a:blipFill>
            <a:ln>
              <a:noFill/>
            </a:ln>
          </p:spPr>
        </p:sp>
        <p:sp>
          <p:nvSpPr>
            <p:cNvPr id="217" name="Google Shape;217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Casos de uso implementados</a:t>
              </a:r>
              <a:endParaRPr/>
            </a:p>
          </p:txBody>
        </p:sp>
      </p:grpSp>
      <p:grpSp>
        <p:nvGrpSpPr>
          <p:cNvPr id="218" name="Google Shape;218;p2"/>
          <p:cNvGrpSpPr/>
          <p:nvPr/>
        </p:nvGrpSpPr>
        <p:grpSpPr>
          <a:xfrm>
            <a:off x="10058400" y="6823615"/>
            <a:ext cx="7680960" cy="744950"/>
            <a:chOff x="0" y="-66675"/>
            <a:chExt cx="10241280" cy="993267"/>
          </a:xfrm>
        </p:grpSpPr>
        <p:sp>
          <p:nvSpPr>
            <p:cNvPr id="219" name="Google Shape;219;p2"/>
            <p:cNvSpPr/>
            <p:nvPr/>
          </p:nvSpPr>
          <p:spPr>
            <a:xfrm>
              <a:off x="0" y="0"/>
              <a:ext cx="10241280" cy="926592"/>
            </a:xfrm>
            <a:custGeom>
              <a:rect b="b" l="l" r="r" t="t"/>
              <a:pathLst>
                <a:path extrusionOk="0" h="92659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5369" l="0" r="0" t="-165369"/>
              </a:stretch>
            </a:blipFill>
            <a:ln>
              <a:noFill/>
            </a:ln>
          </p:spPr>
        </p:sp>
        <p:sp>
          <p:nvSpPr>
            <p:cNvPr id="220" name="Google Shape;220;p2"/>
            <p:cNvSpPr txBox="1"/>
            <p:nvPr/>
          </p:nvSpPr>
          <p:spPr>
            <a:xfrm>
              <a:off x="0" y="-66675"/>
              <a:ext cx="10241280" cy="9932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Conclusión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3"/>
          <p:cNvGrpSpPr/>
          <p:nvPr/>
        </p:nvGrpSpPr>
        <p:grpSpPr>
          <a:xfrm>
            <a:off x="914400" y="244316"/>
            <a:ext cx="16459200" cy="1401604"/>
            <a:chOff x="0" y="-161925"/>
            <a:chExt cx="21945600" cy="1868805"/>
          </a:xfrm>
        </p:grpSpPr>
        <p:sp>
          <p:nvSpPr>
            <p:cNvPr id="230" name="Google Shape;230;p3"/>
            <p:cNvSpPr/>
            <p:nvPr/>
          </p:nvSpPr>
          <p:spPr>
            <a:xfrm>
              <a:off x="0" y="0"/>
              <a:ext cx="21945600" cy="1706880"/>
            </a:xfrm>
            <a:custGeom>
              <a:rect b="b" l="l" r="r" t="t"/>
              <a:pathLst>
                <a:path extrusionOk="0"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0526" l="0" r="0" t="-200526"/>
              </a:stretch>
            </a:blipFill>
            <a:ln>
              <a:noFill/>
            </a:ln>
          </p:spPr>
        </p:sp>
        <p:sp>
          <p:nvSpPr>
            <p:cNvPr id="231" name="Google Shape;231;p3"/>
            <p:cNvSpPr txBox="1"/>
            <p:nvPr/>
          </p:nvSpPr>
          <p:spPr>
            <a:xfrm>
              <a:off x="0" y="-161925"/>
              <a:ext cx="21945600" cy="1868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INTRODUCCIÓN</a:t>
              </a:r>
              <a:endParaRPr/>
            </a:p>
          </p:txBody>
        </p:sp>
      </p:grpSp>
      <p:sp>
        <p:nvSpPr>
          <p:cNvPr id="232" name="Google Shape;232;p3"/>
          <p:cNvSpPr/>
          <p:nvPr/>
        </p:nvSpPr>
        <p:spPr>
          <a:xfrm>
            <a:off x="731520" y="2011680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33" name="Google Shape;233;p3"/>
          <p:cNvSpPr/>
          <p:nvPr/>
        </p:nvSpPr>
        <p:spPr>
          <a:xfrm>
            <a:off x="877824" y="2157984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4" name="Google Shape;234;p3"/>
          <p:cNvGrpSpPr/>
          <p:nvPr/>
        </p:nvGrpSpPr>
        <p:grpSpPr>
          <a:xfrm>
            <a:off x="1828800" y="1877378"/>
            <a:ext cx="15910560" cy="1359599"/>
            <a:chOff x="0" y="-57150"/>
            <a:chExt cx="21214080" cy="1812798"/>
          </a:xfrm>
        </p:grpSpPr>
        <p:sp>
          <p:nvSpPr>
            <p:cNvPr id="235" name="Google Shape;235;p3"/>
            <p:cNvSpPr/>
            <p:nvPr/>
          </p:nvSpPr>
          <p:spPr>
            <a:xfrm>
              <a:off x="0" y="0"/>
              <a:ext cx="21214080" cy="1755648"/>
            </a:xfrm>
            <a:custGeom>
              <a:rect b="b" l="l" r="r" t="t"/>
              <a:pathLst>
                <a:path extrusionOk="0"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5449" l="0" r="0" t="-185449"/>
              </a:stretch>
            </a:blipFill>
            <a:ln>
              <a:noFill/>
            </a:ln>
          </p:spPr>
        </p:sp>
        <p:sp>
          <p:nvSpPr>
            <p:cNvPr id="236" name="Google Shape;236;p3"/>
            <p:cNvSpPr txBox="1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Centro Clínico Aconcagua: </a:t>
              </a:r>
              <a:r>
                <a:rPr b="0" i="0" lang="en-US" sz="27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Sistema de mesa de ayuda para Los Andes. Abandona el uso de WhatsApp como canal de soporte técnico.</a:t>
              </a:r>
              <a:endParaRPr/>
            </a:p>
          </p:txBody>
        </p:sp>
      </p:grpSp>
      <p:sp>
        <p:nvSpPr>
          <p:cNvPr id="237" name="Google Shape;237;p3"/>
          <p:cNvSpPr/>
          <p:nvPr/>
        </p:nvSpPr>
        <p:spPr>
          <a:xfrm>
            <a:off x="731520" y="3547872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38" name="Google Shape;238;p3"/>
          <p:cNvSpPr/>
          <p:nvPr/>
        </p:nvSpPr>
        <p:spPr>
          <a:xfrm>
            <a:off x="877824" y="3694176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9" name="Google Shape;239;p3"/>
          <p:cNvGrpSpPr/>
          <p:nvPr/>
        </p:nvGrpSpPr>
        <p:grpSpPr>
          <a:xfrm>
            <a:off x="1828800" y="3413570"/>
            <a:ext cx="15910560" cy="1359599"/>
            <a:chOff x="0" y="-57150"/>
            <a:chExt cx="21214080" cy="1812798"/>
          </a:xfrm>
        </p:grpSpPr>
        <p:sp>
          <p:nvSpPr>
            <p:cNvPr id="240" name="Google Shape;240;p3"/>
            <p:cNvSpPr/>
            <p:nvPr/>
          </p:nvSpPr>
          <p:spPr>
            <a:xfrm>
              <a:off x="0" y="0"/>
              <a:ext cx="21214080" cy="1755648"/>
            </a:xfrm>
            <a:custGeom>
              <a:rect b="b" l="l" r="r" t="t"/>
              <a:pathLst>
                <a:path extrusionOk="0"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5449" l="0" r="0" t="-185449"/>
              </a:stretch>
            </a:blipFill>
            <a:ln>
              <a:noFill/>
            </a:ln>
          </p:spPr>
        </p:sp>
        <p:sp>
          <p:nvSpPr>
            <p:cNvPr id="241" name="Google Shape;241;p3"/>
            <p:cNvSpPr txBox="1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Metodología Scrum++: </a:t>
              </a:r>
              <a:r>
                <a:rPr b="0" i="0" lang="en-US" sz="27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Sprint de 4 semanas con entrega de un MVP que cubre el 30% de los requerimientos funcionales (22 de 70).</a:t>
              </a:r>
              <a:endParaRPr/>
            </a:p>
          </p:txBody>
        </p:sp>
      </p:grpSp>
      <p:sp>
        <p:nvSpPr>
          <p:cNvPr id="242" name="Google Shape;242;p3"/>
          <p:cNvSpPr/>
          <p:nvPr/>
        </p:nvSpPr>
        <p:spPr>
          <a:xfrm>
            <a:off x="731520" y="5084064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43" name="Google Shape;243;p3"/>
          <p:cNvSpPr/>
          <p:nvPr/>
        </p:nvSpPr>
        <p:spPr>
          <a:xfrm>
            <a:off x="877824" y="5230368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p3"/>
          <p:cNvGrpSpPr/>
          <p:nvPr/>
        </p:nvGrpSpPr>
        <p:grpSpPr>
          <a:xfrm>
            <a:off x="1828800" y="4949762"/>
            <a:ext cx="15910560" cy="1359599"/>
            <a:chOff x="0" y="-57150"/>
            <a:chExt cx="21214080" cy="1812798"/>
          </a:xfrm>
        </p:grpSpPr>
        <p:sp>
          <p:nvSpPr>
            <p:cNvPr id="245" name="Google Shape;245;p3"/>
            <p:cNvSpPr/>
            <p:nvPr/>
          </p:nvSpPr>
          <p:spPr>
            <a:xfrm>
              <a:off x="0" y="0"/>
              <a:ext cx="21214080" cy="1755648"/>
            </a:xfrm>
            <a:custGeom>
              <a:rect b="b" l="l" r="r" t="t"/>
              <a:pathLst>
                <a:path extrusionOk="0"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5449" l="0" r="0" t="-185449"/>
              </a:stretch>
            </a:blipFill>
            <a:ln>
              <a:noFill/>
            </a:ln>
          </p:spPr>
        </p:sp>
        <p:sp>
          <p:nvSpPr>
            <p:cNvPr id="246" name="Google Shape;246;p3"/>
            <p:cNvSpPr txBox="1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Áreas cubiertas: </a:t>
              </a:r>
              <a:r>
                <a:rPr b="0" i="0" lang="en-US" sz="27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Autenticación, creación de tickets, ciclo de vida, notificaciones, dashboard y seguridad básica.</a:t>
              </a:r>
              <a:endParaRPr/>
            </a:p>
          </p:txBody>
        </p:sp>
      </p:grpSp>
      <p:sp>
        <p:nvSpPr>
          <p:cNvPr id="247" name="Google Shape;247;p3"/>
          <p:cNvSpPr/>
          <p:nvPr/>
        </p:nvSpPr>
        <p:spPr>
          <a:xfrm>
            <a:off x="731520" y="6620256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48" name="Google Shape;248;p3"/>
          <p:cNvSpPr/>
          <p:nvPr/>
        </p:nvSpPr>
        <p:spPr>
          <a:xfrm>
            <a:off x="877824" y="6766560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9" name="Google Shape;249;p3"/>
          <p:cNvGrpSpPr/>
          <p:nvPr/>
        </p:nvGrpSpPr>
        <p:grpSpPr>
          <a:xfrm>
            <a:off x="1828800" y="6485954"/>
            <a:ext cx="15910560" cy="1359599"/>
            <a:chOff x="0" y="-57150"/>
            <a:chExt cx="21214080" cy="1812798"/>
          </a:xfrm>
        </p:grpSpPr>
        <p:sp>
          <p:nvSpPr>
            <p:cNvPr id="250" name="Google Shape;250;p3"/>
            <p:cNvSpPr/>
            <p:nvPr/>
          </p:nvSpPr>
          <p:spPr>
            <a:xfrm>
              <a:off x="0" y="0"/>
              <a:ext cx="21214080" cy="1755648"/>
            </a:xfrm>
            <a:custGeom>
              <a:rect b="b" l="l" r="r" t="t"/>
              <a:pathLst>
                <a:path extrusionOk="0"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5449" l="0" r="0" t="-185449"/>
              </a:stretch>
            </a:blipFill>
            <a:ln>
              <a:noFill/>
            </a:ln>
          </p:spPr>
        </p:sp>
        <p:sp>
          <p:nvSpPr>
            <p:cNvPr id="251" name="Google Shape;251;p3"/>
            <p:cNvSpPr txBox="1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Objetivo del incremento: </a:t>
              </a:r>
              <a:r>
                <a:rPr b="0" i="0" lang="en-US" sz="27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Centralizar incidencias, automatizar asignación y garantizar trazabilidad total con bitácora inmutable.</a:t>
              </a:r>
              <a:endParaRPr/>
            </a:p>
          </p:txBody>
        </p:sp>
      </p:grpSp>
      <p:sp>
        <p:nvSpPr>
          <p:cNvPr id="252" name="Google Shape;252;p3"/>
          <p:cNvSpPr/>
          <p:nvPr/>
        </p:nvSpPr>
        <p:spPr>
          <a:xfrm>
            <a:off x="731520" y="8156448"/>
            <a:ext cx="822960" cy="822960"/>
          </a:xfrm>
          <a:custGeom>
            <a:rect b="b" l="l" r="r" t="t"/>
            <a:pathLst>
              <a:path extrusionOk="0" h="1097280" w="1097280">
                <a:moveTo>
                  <a:pt x="0" y="548640"/>
                </a:moveTo>
                <a:cubicBezTo>
                  <a:pt x="0" y="245618"/>
                  <a:pt x="245618" y="0"/>
                  <a:pt x="548640" y="0"/>
                </a:cubicBezTo>
                <a:cubicBezTo>
                  <a:pt x="851662" y="0"/>
                  <a:pt x="1097280" y="245618"/>
                  <a:pt x="1097280" y="548640"/>
                </a:cubicBezTo>
                <a:cubicBezTo>
                  <a:pt x="1097280" y="851662"/>
                  <a:pt x="851662" y="1097280"/>
                  <a:pt x="548640" y="1097280"/>
                </a:cubicBezTo>
                <a:cubicBezTo>
                  <a:pt x="245618" y="1097280"/>
                  <a:pt x="0" y="851662"/>
                  <a:pt x="0" y="548640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53" name="Google Shape;253;p3"/>
          <p:cNvSpPr/>
          <p:nvPr/>
        </p:nvSpPr>
        <p:spPr>
          <a:xfrm>
            <a:off x="877824" y="8302752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4" name="Google Shape;254;p3"/>
          <p:cNvGrpSpPr/>
          <p:nvPr/>
        </p:nvGrpSpPr>
        <p:grpSpPr>
          <a:xfrm>
            <a:off x="1828800" y="8022146"/>
            <a:ext cx="15910560" cy="1359599"/>
            <a:chOff x="0" y="-57150"/>
            <a:chExt cx="21214080" cy="1812798"/>
          </a:xfrm>
        </p:grpSpPr>
        <p:sp>
          <p:nvSpPr>
            <p:cNvPr id="255" name="Google Shape;255;p3"/>
            <p:cNvSpPr/>
            <p:nvPr/>
          </p:nvSpPr>
          <p:spPr>
            <a:xfrm>
              <a:off x="0" y="0"/>
              <a:ext cx="21214080" cy="1755648"/>
            </a:xfrm>
            <a:custGeom>
              <a:rect b="b" l="l" r="r" t="t"/>
              <a:pathLst>
                <a:path extrusionOk="0" h="175564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755648"/>
                  </a:lnTo>
                  <a:lnTo>
                    <a:pt x="0" y="17556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5449" l="0" r="0" t="-185449"/>
              </a:stretch>
            </a:blipFill>
            <a:ln>
              <a:noFill/>
            </a:ln>
          </p:spPr>
        </p:sp>
        <p:sp>
          <p:nvSpPr>
            <p:cNvPr id="256" name="Google Shape;256;p3"/>
            <p:cNvSpPr txBox="1"/>
            <p:nvPr/>
          </p:nvSpPr>
          <p:spPr>
            <a:xfrm>
              <a:off x="0" y="-57150"/>
              <a:ext cx="21214080" cy="18127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Validación: </a:t>
              </a:r>
              <a:r>
                <a:rPr b="0" i="0" lang="en-US" sz="27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Aprobado por Edgar Guerra (Jefe de TI) y equipo de soporte técnico del Centro Clínico.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4"/>
          <p:cNvGrpSpPr/>
          <p:nvPr/>
        </p:nvGrpSpPr>
        <p:grpSpPr>
          <a:xfrm>
            <a:off x="914400" y="167164"/>
            <a:ext cx="16459200" cy="1204436"/>
            <a:chOff x="0" y="-142875"/>
            <a:chExt cx="21945600" cy="1605915"/>
          </a:xfrm>
        </p:grpSpPr>
        <p:sp>
          <p:nvSpPr>
            <p:cNvPr id="266" name="Google Shape;266;p4"/>
            <p:cNvSpPr/>
            <p:nvPr/>
          </p:nvSpPr>
          <p:spPr>
            <a:xfrm>
              <a:off x="0" y="0"/>
              <a:ext cx="21945600" cy="1463040"/>
            </a:xfrm>
            <a:custGeom>
              <a:rect b="b" l="l" r="r" t="t"/>
              <a:pathLst>
                <a:path extrusionOk="0"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2261" l="0" r="0" t="-242261"/>
              </a:stretch>
            </a:blipFill>
            <a:ln>
              <a:noFill/>
            </a:ln>
          </p:spPr>
        </p:sp>
        <p:sp>
          <p:nvSpPr>
            <p:cNvPr id="267" name="Google Shape;267;p4"/>
            <p:cNvSpPr txBox="1"/>
            <p:nvPr/>
          </p:nvSpPr>
          <p:spPr>
            <a:xfrm>
              <a:off x="0" y="-142875"/>
              <a:ext cx="21945600" cy="160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RESUMEN DEL INCREMENTO</a:t>
              </a:r>
              <a:endParaRPr/>
            </a:p>
          </p:txBody>
        </p:sp>
      </p:grpSp>
      <p:sp>
        <p:nvSpPr>
          <p:cNvPr id="268" name="Google Shape;268;p4"/>
          <p:cNvSpPr/>
          <p:nvPr/>
        </p:nvSpPr>
        <p:spPr>
          <a:xfrm>
            <a:off x="731520" y="1554480"/>
            <a:ext cx="5303520" cy="2743200"/>
          </a:xfrm>
          <a:custGeom>
            <a:rect b="b" l="l" r="r" t="t"/>
            <a:pathLst>
              <a:path extrusionOk="0" h="3657600" w="7071360">
                <a:moveTo>
                  <a:pt x="0" y="292608"/>
                </a:moveTo>
                <a:cubicBezTo>
                  <a:pt x="0" y="131064"/>
                  <a:pt x="131064" y="0"/>
                  <a:pt x="292608" y="0"/>
                </a:cubicBezTo>
                <a:lnTo>
                  <a:pt x="6778752" y="0"/>
                </a:lnTo>
                <a:cubicBezTo>
                  <a:pt x="6940297" y="0"/>
                  <a:pt x="7071360" y="131064"/>
                  <a:pt x="7071360" y="292608"/>
                </a:cubicBezTo>
                <a:lnTo>
                  <a:pt x="7071360" y="3364992"/>
                </a:lnTo>
                <a:cubicBezTo>
                  <a:pt x="7071360" y="3526536"/>
                  <a:pt x="6940297" y="3657600"/>
                  <a:pt x="6778752" y="3657600"/>
                </a:cubicBezTo>
                <a:lnTo>
                  <a:pt x="292608" y="3657600"/>
                </a:lnTo>
                <a:cubicBezTo>
                  <a:pt x="131064" y="3657600"/>
                  <a:pt x="0" y="3526536"/>
                  <a:pt x="0" y="336499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" name="Google Shape;269;p4"/>
          <p:cNvGrpSpPr/>
          <p:nvPr/>
        </p:nvGrpSpPr>
        <p:grpSpPr>
          <a:xfrm>
            <a:off x="731520" y="1582484"/>
            <a:ext cx="5303520" cy="1471613"/>
            <a:chOff x="0" y="-133350"/>
            <a:chExt cx="7071360" cy="1962150"/>
          </a:xfrm>
        </p:grpSpPr>
        <p:sp>
          <p:nvSpPr>
            <p:cNvPr id="270" name="Google Shape;270;p4"/>
            <p:cNvSpPr/>
            <p:nvPr/>
          </p:nvSpPr>
          <p:spPr>
            <a:xfrm>
              <a:off x="0" y="0"/>
              <a:ext cx="7071360" cy="1828800"/>
            </a:xfrm>
            <a:custGeom>
              <a:rect b="b" l="l" r="r" t="t"/>
              <a:pathLst>
                <a:path extrusionOk="0"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342" l="0" r="0" t="-25342"/>
              </a:stretch>
            </a:blipFill>
            <a:ln>
              <a:noFill/>
            </a:ln>
          </p:spPr>
        </p:sp>
        <p:sp>
          <p:nvSpPr>
            <p:cNvPr id="271" name="Google Shape;271;p4"/>
            <p:cNvSpPr txBox="1"/>
            <p:nvPr/>
          </p:nvSpPr>
          <p:spPr>
            <a:xfrm>
              <a:off x="0" y="-133350"/>
              <a:ext cx="7071360" cy="1962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800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/>
            </a:p>
          </p:txBody>
        </p:sp>
      </p:grpSp>
      <p:grpSp>
        <p:nvGrpSpPr>
          <p:cNvPr id="272" name="Google Shape;272;p4"/>
          <p:cNvGrpSpPr/>
          <p:nvPr/>
        </p:nvGrpSpPr>
        <p:grpSpPr>
          <a:xfrm>
            <a:off x="731520" y="2988945"/>
            <a:ext cx="5303520" cy="1217295"/>
            <a:chOff x="0" y="-38100"/>
            <a:chExt cx="7071360" cy="1623060"/>
          </a:xfrm>
        </p:grpSpPr>
        <p:sp>
          <p:nvSpPr>
            <p:cNvPr id="273" name="Google Shape;273;p4"/>
            <p:cNvSpPr/>
            <p:nvPr/>
          </p:nvSpPr>
          <p:spPr>
            <a:xfrm>
              <a:off x="0" y="0"/>
              <a:ext cx="7071360" cy="1584960"/>
            </a:xfrm>
            <a:custGeom>
              <a:rect b="b" l="l" r="r" t="t"/>
              <a:pathLst>
                <a:path extrusionOk="0"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32" l="0" r="0" t="-36932"/>
              </a:stretch>
            </a:blipFill>
            <a:ln>
              <a:noFill/>
            </a:ln>
          </p:spPr>
        </p:sp>
        <p:sp>
          <p:nvSpPr>
            <p:cNvPr id="274" name="Google Shape;274;p4"/>
            <p:cNvSpPr txBox="1"/>
            <p:nvPr/>
          </p:nvSpPr>
          <p:spPr>
            <a:xfrm>
              <a:off x="0" y="-38100"/>
              <a:ext cx="7071360" cy="1623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Casos de Uso</a:t>
              </a:r>
              <a:endParaRPr/>
            </a:p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Implementados</a:t>
              </a:r>
              <a:endParaRPr/>
            </a:p>
          </p:txBody>
        </p:sp>
      </p:grpSp>
      <p:sp>
        <p:nvSpPr>
          <p:cNvPr id="275" name="Google Shape;275;p4"/>
          <p:cNvSpPr/>
          <p:nvPr/>
        </p:nvSpPr>
        <p:spPr>
          <a:xfrm>
            <a:off x="6583680" y="1554480"/>
            <a:ext cx="5303520" cy="2743200"/>
          </a:xfrm>
          <a:custGeom>
            <a:rect b="b" l="l" r="r" t="t"/>
            <a:pathLst>
              <a:path extrusionOk="0" h="3657600" w="7071360">
                <a:moveTo>
                  <a:pt x="0" y="292608"/>
                </a:moveTo>
                <a:cubicBezTo>
                  <a:pt x="0" y="131064"/>
                  <a:pt x="131064" y="0"/>
                  <a:pt x="292608" y="0"/>
                </a:cubicBezTo>
                <a:lnTo>
                  <a:pt x="6778752" y="0"/>
                </a:lnTo>
                <a:cubicBezTo>
                  <a:pt x="6940297" y="0"/>
                  <a:pt x="7071360" y="131064"/>
                  <a:pt x="7071360" y="292608"/>
                </a:cubicBezTo>
                <a:lnTo>
                  <a:pt x="7071360" y="3364992"/>
                </a:lnTo>
                <a:cubicBezTo>
                  <a:pt x="7071360" y="3526536"/>
                  <a:pt x="6940297" y="3657600"/>
                  <a:pt x="6778752" y="3657600"/>
                </a:cubicBezTo>
                <a:lnTo>
                  <a:pt x="292608" y="3657600"/>
                </a:lnTo>
                <a:cubicBezTo>
                  <a:pt x="131064" y="3657600"/>
                  <a:pt x="0" y="3526536"/>
                  <a:pt x="0" y="336499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4"/>
          <p:cNvGrpSpPr/>
          <p:nvPr/>
        </p:nvGrpSpPr>
        <p:grpSpPr>
          <a:xfrm>
            <a:off x="6583680" y="1582484"/>
            <a:ext cx="5303520" cy="1471613"/>
            <a:chOff x="0" y="-133350"/>
            <a:chExt cx="7071360" cy="1962150"/>
          </a:xfrm>
        </p:grpSpPr>
        <p:sp>
          <p:nvSpPr>
            <p:cNvPr id="277" name="Google Shape;277;p4"/>
            <p:cNvSpPr/>
            <p:nvPr/>
          </p:nvSpPr>
          <p:spPr>
            <a:xfrm>
              <a:off x="0" y="0"/>
              <a:ext cx="7071360" cy="1828800"/>
            </a:xfrm>
            <a:custGeom>
              <a:rect b="b" l="l" r="r" t="t"/>
              <a:pathLst>
                <a:path extrusionOk="0"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342" l="0" r="0" t="-25342"/>
              </a:stretch>
            </a:blipFill>
            <a:ln>
              <a:noFill/>
            </a:ln>
          </p:spPr>
        </p:sp>
        <p:sp>
          <p:nvSpPr>
            <p:cNvPr id="278" name="Google Shape;278;p4"/>
            <p:cNvSpPr txBox="1"/>
            <p:nvPr/>
          </p:nvSpPr>
          <p:spPr>
            <a:xfrm>
              <a:off x="0" y="-133350"/>
              <a:ext cx="7071360" cy="1962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800" u="none" cap="none" strike="noStrike">
                  <a:solidFill>
                    <a:srgbClr val="F5C542"/>
                  </a:solidFill>
                  <a:latin typeface="Calibri"/>
                  <a:ea typeface="Calibri"/>
                  <a:cs typeface="Calibri"/>
                  <a:sym typeface="Calibri"/>
                </a:rPr>
                <a:t>31.4%</a:t>
              </a:r>
              <a:endParaRPr/>
            </a:p>
          </p:txBody>
        </p:sp>
      </p:grpSp>
      <p:grpSp>
        <p:nvGrpSpPr>
          <p:cNvPr id="279" name="Google Shape;279;p4"/>
          <p:cNvGrpSpPr/>
          <p:nvPr/>
        </p:nvGrpSpPr>
        <p:grpSpPr>
          <a:xfrm>
            <a:off x="6583680" y="2988945"/>
            <a:ext cx="5303520" cy="1217295"/>
            <a:chOff x="0" y="-38100"/>
            <a:chExt cx="7071360" cy="1623060"/>
          </a:xfrm>
        </p:grpSpPr>
        <p:sp>
          <p:nvSpPr>
            <p:cNvPr id="280" name="Google Shape;280;p4"/>
            <p:cNvSpPr/>
            <p:nvPr/>
          </p:nvSpPr>
          <p:spPr>
            <a:xfrm>
              <a:off x="0" y="0"/>
              <a:ext cx="7071360" cy="1584960"/>
            </a:xfrm>
            <a:custGeom>
              <a:rect b="b" l="l" r="r" t="t"/>
              <a:pathLst>
                <a:path extrusionOk="0"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32" l="0" r="0" t="-36932"/>
              </a:stretch>
            </a:blipFill>
            <a:ln>
              <a:noFill/>
            </a:ln>
          </p:spPr>
        </p:sp>
        <p:sp>
          <p:nvSpPr>
            <p:cNvPr id="281" name="Google Shape;281;p4"/>
            <p:cNvSpPr txBox="1"/>
            <p:nvPr/>
          </p:nvSpPr>
          <p:spPr>
            <a:xfrm>
              <a:off x="0" y="-38100"/>
              <a:ext cx="7071360" cy="1623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de los RF</a:t>
              </a:r>
              <a:endParaRPr/>
            </a:p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Totales (70)</a:t>
              </a:r>
              <a:endParaRPr/>
            </a:p>
          </p:txBody>
        </p:sp>
      </p:grpSp>
      <p:sp>
        <p:nvSpPr>
          <p:cNvPr id="282" name="Google Shape;282;p4"/>
          <p:cNvSpPr/>
          <p:nvPr/>
        </p:nvSpPr>
        <p:spPr>
          <a:xfrm>
            <a:off x="12435840" y="1554480"/>
            <a:ext cx="5303520" cy="2743200"/>
          </a:xfrm>
          <a:custGeom>
            <a:rect b="b" l="l" r="r" t="t"/>
            <a:pathLst>
              <a:path extrusionOk="0" h="3657600" w="7071360">
                <a:moveTo>
                  <a:pt x="0" y="292608"/>
                </a:moveTo>
                <a:cubicBezTo>
                  <a:pt x="0" y="131064"/>
                  <a:pt x="131064" y="0"/>
                  <a:pt x="292608" y="0"/>
                </a:cubicBezTo>
                <a:lnTo>
                  <a:pt x="6778752" y="0"/>
                </a:lnTo>
                <a:cubicBezTo>
                  <a:pt x="6940297" y="0"/>
                  <a:pt x="7071360" y="131064"/>
                  <a:pt x="7071360" y="292608"/>
                </a:cubicBezTo>
                <a:lnTo>
                  <a:pt x="7071360" y="3364992"/>
                </a:lnTo>
                <a:cubicBezTo>
                  <a:pt x="7071360" y="3526536"/>
                  <a:pt x="6940297" y="3657600"/>
                  <a:pt x="6778752" y="3657600"/>
                </a:cubicBezTo>
                <a:lnTo>
                  <a:pt x="292608" y="3657600"/>
                </a:lnTo>
                <a:cubicBezTo>
                  <a:pt x="131064" y="3657600"/>
                  <a:pt x="0" y="3526536"/>
                  <a:pt x="0" y="336499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" name="Google Shape;283;p4"/>
          <p:cNvGrpSpPr/>
          <p:nvPr/>
        </p:nvGrpSpPr>
        <p:grpSpPr>
          <a:xfrm>
            <a:off x="12435840" y="1582484"/>
            <a:ext cx="5303520" cy="1471613"/>
            <a:chOff x="0" y="-133350"/>
            <a:chExt cx="7071360" cy="1962150"/>
          </a:xfrm>
        </p:grpSpPr>
        <p:sp>
          <p:nvSpPr>
            <p:cNvPr id="284" name="Google Shape;284;p4"/>
            <p:cNvSpPr/>
            <p:nvPr/>
          </p:nvSpPr>
          <p:spPr>
            <a:xfrm>
              <a:off x="0" y="0"/>
              <a:ext cx="7071360" cy="1828800"/>
            </a:xfrm>
            <a:custGeom>
              <a:rect b="b" l="l" r="r" t="t"/>
              <a:pathLst>
                <a:path extrusionOk="0"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342" l="0" r="0" t="-25342"/>
              </a:stretch>
            </a:blipFill>
            <a:ln>
              <a:noFill/>
            </a:ln>
          </p:spPr>
        </p:sp>
        <p:sp>
          <p:nvSpPr>
            <p:cNvPr id="285" name="Google Shape;285;p4"/>
            <p:cNvSpPr txBox="1"/>
            <p:nvPr/>
          </p:nvSpPr>
          <p:spPr>
            <a:xfrm>
              <a:off x="0" y="-133350"/>
              <a:ext cx="7071360" cy="1962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800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4 semanas</a:t>
              </a:r>
              <a:endParaRPr/>
            </a:p>
          </p:txBody>
        </p:sp>
      </p:grpSp>
      <p:grpSp>
        <p:nvGrpSpPr>
          <p:cNvPr id="286" name="Google Shape;286;p4"/>
          <p:cNvGrpSpPr/>
          <p:nvPr/>
        </p:nvGrpSpPr>
        <p:grpSpPr>
          <a:xfrm>
            <a:off x="12435840" y="2988945"/>
            <a:ext cx="5303520" cy="1217295"/>
            <a:chOff x="0" y="-38100"/>
            <a:chExt cx="7071360" cy="1623060"/>
          </a:xfrm>
        </p:grpSpPr>
        <p:sp>
          <p:nvSpPr>
            <p:cNvPr id="287" name="Google Shape;287;p4"/>
            <p:cNvSpPr/>
            <p:nvPr/>
          </p:nvSpPr>
          <p:spPr>
            <a:xfrm>
              <a:off x="0" y="0"/>
              <a:ext cx="7071360" cy="1584960"/>
            </a:xfrm>
            <a:custGeom>
              <a:rect b="b" l="l" r="r" t="t"/>
              <a:pathLst>
                <a:path extrusionOk="0"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32" l="0" r="0" t="-36932"/>
              </a:stretch>
            </a:blipFill>
            <a:ln>
              <a:noFill/>
            </a:ln>
          </p:spPr>
        </p:sp>
        <p:sp>
          <p:nvSpPr>
            <p:cNvPr id="288" name="Google Shape;288;p4"/>
            <p:cNvSpPr txBox="1"/>
            <p:nvPr/>
          </p:nvSpPr>
          <p:spPr>
            <a:xfrm>
              <a:off x="0" y="-38100"/>
              <a:ext cx="7071360" cy="16230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Duración</a:t>
              </a:r>
              <a:endParaRPr/>
            </a:p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del Sprint</a:t>
              </a:r>
              <a:endParaRPr/>
            </a:p>
          </p:txBody>
        </p:sp>
      </p:grpSp>
      <p:sp>
        <p:nvSpPr>
          <p:cNvPr id="289" name="Google Shape;289;p4"/>
          <p:cNvSpPr/>
          <p:nvPr/>
        </p:nvSpPr>
        <p:spPr>
          <a:xfrm>
            <a:off x="731520" y="4663440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90" name="Google Shape;290;p4"/>
          <p:cNvSpPr/>
          <p:nvPr/>
        </p:nvSpPr>
        <p:spPr>
          <a:xfrm>
            <a:off x="859536" y="4791456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4"/>
          <p:cNvGrpSpPr/>
          <p:nvPr/>
        </p:nvGrpSpPr>
        <p:grpSpPr>
          <a:xfrm>
            <a:off x="1645920" y="4536281"/>
            <a:ext cx="16459200" cy="950119"/>
            <a:chOff x="0" y="-47625"/>
            <a:chExt cx="21945600" cy="1266825"/>
          </a:xfrm>
        </p:grpSpPr>
        <p:sp>
          <p:nvSpPr>
            <p:cNvPr id="292" name="Google Shape;292;p4"/>
            <p:cNvSpPr/>
            <p:nvPr/>
          </p:nvSpPr>
          <p:spPr>
            <a:xfrm>
              <a:off x="0" y="0"/>
              <a:ext cx="21945600" cy="1219200"/>
            </a:xfrm>
            <a:custGeom>
              <a:rect b="b" l="l" r="r" t="t"/>
              <a:pathLst>
                <a:path extrusionOk="0"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730" l="0" r="0" t="-300730"/>
              </a:stretch>
            </a:blipFill>
            <a:ln>
              <a:noFill/>
            </a:ln>
          </p:spPr>
        </p:sp>
        <p:sp>
          <p:nvSpPr>
            <p:cNvPr id="293" name="Google Shape;293;p4"/>
            <p:cNvSpPr txBox="1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Centralización: </a:t>
              </a:r>
              <a:r>
                <a:rPr b="0" i="0" lang="en-US" sz="24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Formulario web reemplaza WhatsApp. Todas las incidencias quedan registradas con número único.</a:t>
              </a:r>
              <a:endParaRPr/>
            </a:p>
          </p:txBody>
        </p:sp>
      </p:grpSp>
      <p:sp>
        <p:nvSpPr>
          <p:cNvPr id="294" name="Google Shape;294;p4"/>
          <p:cNvSpPr/>
          <p:nvPr/>
        </p:nvSpPr>
        <p:spPr>
          <a:xfrm>
            <a:off x="731520" y="5705856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295" name="Google Shape;295;p4"/>
          <p:cNvSpPr/>
          <p:nvPr/>
        </p:nvSpPr>
        <p:spPr>
          <a:xfrm>
            <a:off x="859536" y="5833872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6" name="Google Shape;296;p4"/>
          <p:cNvGrpSpPr/>
          <p:nvPr/>
        </p:nvGrpSpPr>
        <p:grpSpPr>
          <a:xfrm>
            <a:off x="1645920" y="5578697"/>
            <a:ext cx="16459200" cy="950119"/>
            <a:chOff x="0" y="-47625"/>
            <a:chExt cx="21945600" cy="1266825"/>
          </a:xfrm>
        </p:grpSpPr>
        <p:sp>
          <p:nvSpPr>
            <p:cNvPr id="297" name="Google Shape;297;p4"/>
            <p:cNvSpPr/>
            <p:nvPr/>
          </p:nvSpPr>
          <p:spPr>
            <a:xfrm>
              <a:off x="0" y="0"/>
              <a:ext cx="21945600" cy="1219200"/>
            </a:xfrm>
            <a:custGeom>
              <a:rect b="b" l="l" r="r" t="t"/>
              <a:pathLst>
                <a:path extrusionOk="0"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730" l="0" r="0" t="-300730"/>
              </a:stretch>
            </a:blipFill>
            <a:ln>
              <a:noFill/>
            </a:ln>
          </p:spPr>
        </p:sp>
        <p:sp>
          <p:nvSpPr>
            <p:cNvPr id="298" name="Google Shape;298;p4"/>
            <p:cNvSpPr txBox="1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Asignación automática: </a:t>
              </a:r>
              <a:r>
                <a:rPr b="0" i="0" lang="en-US" sz="24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Motor de asignación por categoría elimina derivación manual. Tiempo de 2 hrs → &lt; 1 min.</a:t>
              </a:r>
              <a:endParaRPr/>
            </a:p>
          </p:txBody>
        </p:sp>
      </p:grpSp>
      <p:sp>
        <p:nvSpPr>
          <p:cNvPr id="299" name="Google Shape;299;p4"/>
          <p:cNvSpPr/>
          <p:nvPr/>
        </p:nvSpPr>
        <p:spPr>
          <a:xfrm>
            <a:off x="731520" y="6748272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00" name="Google Shape;300;p4"/>
          <p:cNvSpPr/>
          <p:nvPr/>
        </p:nvSpPr>
        <p:spPr>
          <a:xfrm>
            <a:off x="859536" y="6876288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1" name="Google Shape;301;p4"/>
          <p:cNvGrpSpPr/>
          <p:nvPr/>
        </p:nvGrpSpPr>
        <p:grpSpPr>
          <a:xfrm>
            <a:off x="1645920" y="6621113"/>
            <a:ext cx="16459200" cy="950119"/>
            <a:chOff x="0" y="-47625"/>
            <a:chExt cx="21945600" cy="1266825"/>
          </a:xfrm>
        </p:grpSpPr>
        <p:sp>
          <p:nvSpPr>
            <p:cNvPr id="302" name="Google Shape;302;p4"/>
            <p:cNvSpPr/>
            <p:nvPr/>
          </p:nvSpPr>
          <p:spPr>
            <a:xfrm>
              <a:off x="0" y="0"/>
              <a:ext cx="21945600" cy="1219200"/>
            </a:xfrm>
            <a:custGeom>
              <a:rect b="b" l="l" r="r" t="t"/>
              <a:pathLst>
                <a:path extrusionOk="0"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730" l="0" r="0" t="-300730"/>
              </a:stretch>
            </a:blipFill>
            <a:ln>
              <a:noFill/>
            </a:ln>
          </p:spPr>
        </p:sp>
        <p:sp>
          <p:nvSpPr>
            <p:cNvPr id="303" name="Google Shape;303;p4"/>
            <p:cNvSpPr txBox="1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Trazabilidad completa: </a:t>
              </a:r>
              <a:r>
                <a:rPr b="0" i="0" lang="en-US" sz="24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Bitácora inmutable en MySQL registra cada cambio de estado con IP y timestamp.</a:t>
              </a:r>
              <a:endParaRPr/>
            </a:p>
          </p:txBody>
        </p:sp>
      </p:grpSp>
      <p:sp>
        <p:nvSpPr>
          <p:cNvPr id="304" name="Google Shape;304;p4"/>
          <p:cNvSpPr/>
          <p:nvPr/>
        </p:nvSpPr>
        <p:spPr>
          <a:xfrm>
            <a:off x="731520" y="7790688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05" name="Google Shape;305;p4"/>
          <p:cNvSpPr/>
          <p:nvPr/>
        </p:nvSpPr>
        <p:spPr>
          <a:xfrm>
            <a:off x="859536" y="7918704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6" name="Google Shape;306;p4"/>
          <p:cNvGrpSpPr/>
          <p:nvPr/>
        </p:nvGrpSpPr>
        <p:grpSpPr>
          <a:xfrm>
            <a:off x="1645920" y="7663529"/>
            <a:ext cx="16459200" cy="950119"/>
            <a:chOff x="0" y="-47625"/>
            <a:chExt cx="21945600" cy="1266825"/>
          </a:xfrm>
        </p:grpSpPr>
        <p:sp>
          <p:nvSpPr>
            <p:cNvPr id="307" name="Google Shape;307;p4"/>
            <p:cNvSpPr/>
            <p:nvPr/>
          </p:nvSpPr>
          <p:spPr>
            <a:xfrm>
              <a:off x="0" y="0"/>
              <a:ext cx="21945600" cy="1219200"/>
            </a:xfrm>
            <a:custGeom>
              <a:rect b="b" l="l" r="r" t="t"/>
              <a:pathLst>
                <a:path extrusionOk="0"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730" l="0" r="0" t="-300730"/>
              </a:stretch>
            </a:blipFill>
            <a:ln>
              <a:noFill/>
            </a:ln>
          </p:spPr>
        </p:sp>
        <p:sp>
          <p:nvSpPr>
            <p:cNvPr id="308" name="Google Shape;308;p4"/>
            <p:cNvSpPr txBox="1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Notificaciones: </a:t>
              </a:r>
              <a:r>
                <a:rPr b="0" i="0" lang="en-US" sz="24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Correos automáticos al crear, asignar, resolver y cerrar tickets.</a:t>
              </a:r>
              <a:endParaRPr/>
            </a:p>
          </p:txBody>
        </p:sp>
      </p:grpSp>
      <p:sp>
        <p:nvSpPr>
          <p:cNvPr id="309" name="Google Shape;309;p4"/>
          <p:cNvSpPr/>
          <p:nvPr/>
        </p:nvSpPr>
        <p:spPr>
          <a:xfrm>
            <a:off x="731520" y="8833104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10" name="Google Shape;310;p4"/>
          <p:cNvSpPr/>
          <p:nvPr/>
        </p:nvSpPr>
        <p:spPr>
          <a:xfrm>
            <a:off x="859536" y="8961120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1" name="Google Shape;311;p4"/>
          <p:cNvGrpSpPr/>
          <p:nvPr/>
        </p:nvGrpSpPr>
        <p:grpSpPr>
          <a:xfrm>
            <a:off x="1645920" y="8705945"/>
            <a:ext cx="16459200" cy="950119"/>
            <a:chOff x="0" y="-47625"/>
            <a:chExt cx="21945600" cy="1266825"/>
          </a:xfrm>
        </p:grpSpPr>
        <p:sp>
          <p:nvSpPr>
            <p:cNvPr id="312" name="Google Shape;312;p4"/>
            <p:cNvSpPr/>
            <p:nvPr/>
          </p:nvSpPr>
          <p:spPr>
            <a:xfrm>
              <a:off x="0" y="0"/>
              <a:ext cx="21945600" cy="1219200"/>
            </a:xfrm>
            <a:custGeom>
              <a:rect b="b" l="l" r="r" t="t"/>
              <a:pathLst>
                <a:path extrusionOk="0"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00730" l="0" r="0" t="-300730"/>
              </a:stretch>
            </a:blipFill>
            <a:ln>
              <a:noFill/>
            </a:ln>
          </p:spPr>
        </p:sp>
        <p:sp>
          <p:nvSpPr>
            <p:cNvPr id="313" name="Google Shape;313;p4"/>
            <p:cNvSpPr txBox="1"/>
            <p:nvPr/>
          </p:nvSpPr>
          <p:spPr>
            <a:xfrm>
              <a:off x="0" y="-47625"/>
              <a:ext cx="21945600" cy="1266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Dashboard con SLA: </a:t>
              </a:r>
              <a:r>
                <a:rPr b="0" i="0" lang="en-US" sz="24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Métricas en tiempo real: tickets abiertos, tiempo promedio, cumplimiento (92% en alta prioridad).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5"/>
          <p:cNvGrpSpPr/>
          <p:nvPr/>
        </p:nvGrpSpPr>
        <p:grpSpPr>
          <a:xfrm>
            <a:off x="914400" y="167164"/>
            <a:ext cx="16459200" cy="1204436"/>
            <a:chOff x="0" y="-142875"/>
            <a:chExt cx="21945600" cy="1605915"/>
          </a:xfrm>
        </p:grpSpPr>
        <p:sp>
          <p:nvSpPr>
            <p:cNvPr id="323" name="Google Shape;323;p5"/>
            <p:cNvSpPr/>
            <p:nvPr/>
          </p:nvSpPr>
          <p:spPr>
            <a:xfrm>
              <a:off x="0" y="0"/>
              <a:ext cx="21945600" cy="1463040"/>
            </a:xfrm>
            <a:custGeom>
              <a:rect b="b" l="l" r="r" t="t"/>
              <a:pathLst>
                <a:path extrusionOk="0"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2261" l="0" r="0" t="-242261"/>
              </a:stretch>
            </a:blipFill>
            <a:ln>
              <a:noFill/>
            </a:ln>
          </p:spPr>
        </p:sp>
        <p:sp>
          <p:nvSpPr>
            <p:cNvPr id="324" name="Google Shape;324;p5"/>
            <p:cNvSpPr txBox="1"/>
            <p:nvPr/>
          </p:nvSpPr>
          <p:spPr>
            <a:xfrm>
              <a:off x="0" y="-142875"/>
              <a:ext cx="21945600" cy="1605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VALOR ENTREGADO AL NEGOCIO</a:t>
              </a:r>
              <a:endParaRPr/>
            </a:p>
          </p:txBody>
        </p:sp>
      </p:grpSp>
      <p:sp>
        <p:nvSpPr>
          <p:cNvPr id="325" name="Google Shape;325;p5"/>
          <p:cNvSpPr/>
          <p:nvPr/>
        </p:nvSpPr>
        <p:spPr>
          <a:xfrm>
            <a:off x="640080" y="1645920"/>
            <a:ext cx="5303520" cy="3657600"/>
          </a:xfrm>
          <a:custGeom>
            <a:rect b="b" l="l" r="r" t="t"/>
            <a:pathLst>
              <a:path extrusionOk="0" h="4876800" w="7071360">
                <a:moveTo>
                  <a:pt x="0" y="292608"/>
                </a:moveTo>
                <a:cubicBezTo>
                  <a:pt x="0" y="131064"/>
                  <a:pt x="131064" y="0"/>
                  <a:pt x="292608" y="0"/>
                </a:cubicBezTo>
                <a:lnTo>
                  <a:pt x="6778752" y="0"/>
                </a:lnTo>
                <a:cubicBezTo>
                  <a:pt x="6940297" y="0"/>
                  <a:pt x="7071360" y="131064"/>
                  <a:pt x="7071360" y="292608"/>
                </a:cubicBezTo>
                <a:lnTo>
                  <a:pt x="7071360" y="4584192"/>
                </a:lnTo>
                <a:cubicBezTo>
                  <a:pt x="7071360" y="4745736"/>
                  <a:pt x="6940297" y="4876800"/>
                  <a:pt x="6778752" y="4876800"/>
                </a:cubicBezTo>
                <a:lnTo>
                  <a:pt x="292608" y="4876800"/>
                </a:lnTo>
                <a:cubicBezTo>
                  <a:pt x="131064" y="4876800"/>
                  <a:pt x="0" y="4745736"/>
                  <a:pt x="0" y="458419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26" name="Google Shape;326;p5"/>
          <p:cNvSpPr/>
          <p:nvPr/>
        </p:nvSpPr>
        <p:spPr>
          <a:xfrm>
            <a:off x="2560320" y="1920240"/>
            <a:ext cx="914400" cy="914400"/>
          </a:xfrm>
          <a:custGeom>
            <a:rect b="b" l="l" r="r" t="t"/>
            <a:pathLst>
              <a:path extrusionOk="0" h="1219200" w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27" name="Google Shape;327;p5"/>
          <p:cNvGrpSpPr/>
          <p:nvPr/>
        </p:nvGrpSpPr>
        <p:grpSpPr>
          <a:xfrm>
            <a:off x="640080" y="2868930"/>
            <a:ext cx="5303520" cy="1245870"/>
            <a:chOff x="0" y="-76200"/>
            <a:chExt cx="7071360" cy="1661160"/>
          </a:xfrm>
        </p:grpSpPr>
        <p:sp>
          <p:nvSpPr>
            <p:cNvPr id="328" name="Google Shape;328;p5"/>
            <p:cNvSpPr/>
            <p:nvPr/>
          </p:nvSpPr>
          <p:spPr>
            <a:xfrm>
              <a:off x="0" y="0"/>
              <a:ext cx="7071360" cy="1584960"/>
            </a:xfrm>
            <a:custGeom>
              <a:rect b="b" l="l" r="r" t="t"/>
              <a:pathLst>
                <a:path extrusionOk="0"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32" l="0" r="0" t="-36932"/>
              </a:stretch>
            </a:blipFill>
            <a:ln>
              <a:noFill/>
            </a:ln>
          </p:spPr>
        </p:sp>
        <p:sp>
          <p:nvSpPr>
            <p:cNvPr id="329" name="Google Shape;329;p5"/>
            <p:cNvSpPr txBox="1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00" u="none" cap="none" strike="noStrike">
                  <a:solidFill>
                    <a:srgbClr val="F5C542"/>
                  </a:solidFill>
                  <a:latin typeface="Calibri"/>
                  <a:ea typeface="Calibri"/>
                  <a:cs typeface="Calibri"/>
                  <a:sym typeface="Calibri"/>
                </a:rPr>
                <a:t>5 min → 1,5 min</a:t>
              </a:r>
              <a:endParaRPr/>
            </a:p>
          </p:txBody>
        </p:sp>
      </p:grpSp>
      <p:grpSp>
        <p:nvGrpSpPr>
          <p:cNvPr id="330" name="Google Shape;330;p5"/>
          <p:cNvGrpSpPr/>
          <p:nvPr/>
        </p:nvGrpSpPr>
        <p:grpSpPr>
          <a:xfrm>
            <a:off x="640080" y="4079081"/>
            <a:ext cx="5303520" cy="1132999"/>
            <a:chOff x="0" y="-47625"/>
            <a:chExt cx="7071360" cy="1510665"/>
          </a:xfrm>
        </p:grpSpPr>
        <p:sp>
          <p:nvSpPr>
            <p:cNvPr id="331" name="Google Shape;331;p5"/>
            <p:cNvSpPr/>
            <p:nvPr/>
          </p:nvSpPr>
          <p:spPr>
            <a:xfrm>
              <a:off x="0" y="0"/>
              <a:ext cx="7071360" cy="1463040"/>
            </a:xfrm>
            <a:custGeom>
              <a:rect b="b" l="l" r="r" t="t"/>
              <a:pathLst>
                <a:path extrusionOk="0"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176" l="0" r="0" t="-44176"/>
              </a:stretch>
            </a:blipFill>
            <a:ln>
              <a:noFill/>
            </a:ln>
          </p:spPr>
        </p:sp>
        <p:sp>
          <p:nvSpPr>
            <p:cNvPr id="332" name="Google Shape;332;p5"/>
            <p:cNvSpPr txBox="1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Tiempo de registro</a:t>
              </a:r>
              <a:endParaRPr/>
            </a:p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de incidencias</a:t>
              </a:r>
              <a:endParaRPr/>
            </a:p>
          </p:txBody>
        </p:sp>
      </p:grpSp>
      <p:sp>
        <p:nvSpPr>
          <p:cNvPr id="333" name="Google Shape;333;p5"/>
          <p:cNvSpPr/>
          <p:nvPr/>
        </p:nvSpPr>
        <p:spPr>
          <a:xfrm>
            <a:off x="6400800" y="1645920"/>
            <a:ext cx="5303520" cy="3657600"/>
          </a:xfrm>
          <a:custGeom>
            <a:rect b="b" l="l" r="r" t="t"/>
            <a:pathLst>
              <a:path extrusionOk="0" h="4876800" w="7071360">
                <a:moveTo>
                  <a:pt x="0" y="292608"/>
                </a:moveTo>
                <a:cubicBezTo>
                  <a:pt x="0" y="131064"/>
                  <a:pt x="131064" y="0"/>
                  <a:pt x="292608" y="0"/>
                </a:cubicBezTo>
                <a:lnTo>
                  <a:pt x="6778752" y="0"/>
                </a:lnTo>
                <a:cubicBezTo>
                  <a:pt x="6940297" y="0"/>
                  <a:pt x="7071360" y="131064"/>
                  <a:pt x="7071360" y="292608"/>
                </a:cubicBezTo>
                <a:lnTo>
                  <a:pt x="7071360" y="4584192"/>
                </a:lnTo>
                <a:cubicBezTo>
                  <a:pt x="7071360" y="4745736"/>
                  <a:pt x="6940297" y="4876800"/>
                  <a:pt x="6778752" y="4876800"/>
                </a:cubicBezTo>
                <a:lnTo>
                  <a:pt x="292608" y="4876800"/>
                </a:lnTo>
                <a:cubicBezTo>
                  <a:pt x="131064" y="4876800"/>
                  <a:pt x="0" y="4745736"/>
                  <a:pt x="0" y="458419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34" name="Google Shape;334;p5"/>
          <p:cNvSpPr/>
          <p:nvPr/>
        </p:nvSpPr>
        <p:spPr>
          <a:xfrm>
            <a:off x="8321040" y="1920240"/>
            <a:ext cx="914400" cy="914400"/>
          </a:xfrm>
          <a:custGeom>
            <a:rect b="b" l="l" r="r" t="t"/>
            <a:pathLst>
              <a:path extrusionOk="0" h="1219200" w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5" name="Google Shape;335;p5"/>
          <p:cNvGrpSpPr/>
          <p:nvPr/>
        </p:nvGrpSpPr>
        <p:grpSpPr>
          <a:xfrm>
            <a:off x="6400800" y="2868930"/>
            <a:ext cx="5303520" cy="1245870"/>
            <a:chOff x="0" y="-76200"/>
            <a:chExt cx="7071360" cy="1661160"/>
          </a:xfrm>
        </p:grpSpPr>
        <p:sp>
          <p:nvSpPr>
            <p:cNvPr id="336" name="Google Shape;336;p5"/>
            <p:cNvSpPr/>
            <p:nvPr/>
          </p:nvSpPr>
          <p:spPr>
            <a:xfrm>
              <a:off x="0" y="0"/>
              <a:ext cx="7071360" cy="1584960"/>
            </a:xfrm>
            <a:custGeom>
              <a:rect b="b" l="l" r="r" t="t"/>
              <a:pathLst>
                <a:path extrusionOk="0"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32" l="0" r="0" t="-36932"/>
              </a:stretch>
            </a:blipFill>
            <a:ln>
              <a:noFill/>
            </a:ln>
          </p:spPr>
        </p:sp>
        <p:sp>
          <p:nvSpPr>
            <p:cNvPr id="337" name="Google Shape;337;p5"/>
            <p:cNvSpPr txBox="1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00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100%</a:t>
              </a:r>
              <a:endParaRPr/>
            </a:p>
          </p:txBody>
        </p:sp>
      </p:grpSp>
      <p:grpSp>
        <p:nvGrpSpPr>
          <p:cNvPr id="338" name="Google Shape;338;p5"/>
          <p:cNvGrpSpPr/>
          <p:nvPr/>
        </p:nvGrpSpPr>
        <p:grpSpPr>
          <a:xfrm>
            <a:off x="6400800" y="4079081"/>
            <a:ext cx="5303520" cy="1132999"/>
            <a:chOff x="0" y="-47625"/>
            <a:chExt cx="7071360" cy="1510665"/>
          </a:xfrm>
        </p:grpSpPr>
        <p:sp>
          <p:nvSpPr>
            <p:cNvPr id="339" name="Google Shape;339;p5"/>
            <p:cNvSpPr/>
            <p:nvPr/>
          </p:nvSpPr>
          <p:spPr>
            <a:xfrm>
              <a:off x="0" y="0"/>
              <a:ext cx="7071360" cy="1463040"/>
            </a:xfrm>
            <a:custGeom>
              <a:rect b="b" l="l" r="r" t="t"/>
              <a:pathLst>
                <a:path extrusionOk="0"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176" l="0" r="0" t="-44176"/>
              </a:stretch>
            </a:blipFill>
            <a:ln>
              <a:noFill/>
            </a:ln>
          </p:spPr>
        </p:sp>
        <p:sp>
          <p:nvSpPr>
            <p:cNvPr id="340" name="Google Shape;340;p5"/>
            <p:cNvSpPr txBox="1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Tickets con</a:t>
              </a:r>
              <a:endParaRPr/>
            </a:p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historial completo</a:t>
              </a:r>
              <a:endParaRPr/>
            </a:p>
          </p:txBody>
        </p:sp>
      </p:grpSp>
      <p:sp>
        <p:nvSpPr>
          <p:cNvPr id="341" name="Google Shape;341;p5"/>
          <p:cNvSpPr/>
          <p:nvPr/>
        </p:nvSpPr>
        <p:spPr>
          <a:xfrm>
            <a:off x="12161520" y="1645920"/>
            <a:ext cx="5303520" cy="3657600"/>
          </a:xfrm>
          <a:custGeom>
            <a:rect b="b" l="l" r="r" t="t"/>
            <a:pathLst>
              <a:path extrusionOk="0" h="4876800" w="7071360">
                <a:moveTo>
                  <a:pt x="0" y="292608"/>
                </a:moveTo>
                <a:cubicBezTo>
                  <a:pt x="0" y="131064"/>
                  <a:pt x="131064" y="0"/>
                  <a:pt x="292608" y="0"/>
                </a:cubicBezTo>
                <a:lnTo>
                  <a:pt x="6778752" y="0"/>
                </a:lnTo>
                <a:cubicBezTo>
                  <a:pt x="6940297" y="0"/>
                  <a:pt x="7071360" y="131064"/>
                  <a:pt x="7071360" y="292608"/>
                </a:cubicBezTo>
                <a:lnTo>
                  <a:pt x="7071360" y="4584192"/>
                </a:lnTo>
                <a:cubicBezTo>
                  <a:pt x="7071360" y="4745736"/>
                  <a:pt x="6940297" y="4876800"/>
                  <a:pt x="6778752" y="4876800"/>
                </a:cubicBezTo>
                <a:lnTo>
                  <a:pt x="292608" y="4876800"/>
                </a:lnTo>
                <a:cubicBezTo>
                  <a:pt x="131064" y="4876800"/>
                  <a:pt x="0" y="4745736"/>
                  <a:pt x="0" y="458419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42" name="Google Shape;342;p5"/>
          <p:cNvSpPr/>
          <p:nvPr/>
        </p:nvSpPr>
        <p:spPr>
          <a:xfrm>
            <a:off x="14081760" y="1920240"/>
            <a:ext cx="914400" cy="914400"/>
          </a:xfrm>
          <a:custGeom>
            <a:rect b="b" l="l" r="r" t="t"/>
            <a:pathLst>
              <a:path extrusionOk="0" h="1219200" w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3" name="Google Shape;343;p5"/>
          <p:cNvGrpSpPr/>
          <p:nvPr/>
        </p:nvGrpSpPr>
        <p:grpSpPr>
          <a:xfrm>
            <a:off x="12161520" y="2868930"/>
            <a:ext cx="5303520" cy="1245870"/>
            <a:chOff x="0" y="-76200"/>
            <a:chExt cx="7071360" cy="1661160"/>
          </a:xfrm>
        </p:grpSpPr>
        <p:sp>
          <p:nvSpPr>
            <p:cNvPr id="344" name="Google Shape;344;p5"/>
            <p:cNvSpPr/>
            <p:nvPr/>
          </p:nvSpPr>
          <p:spPr>
            <a:xfrm>
              <a:off x="0" y="0"/>
              <a:ext cx="7071360" cy="1584960"/>
            </a:xfrm>
            <a:custGeom>
              <a:rect b="b" l="l" r="r" t="t"/>
              <a:pathLst>
                <a:path extrusionOk="0"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32" l="0" r="0" t="-36932"/>
              </a:stretch>
            </a:blipFill>
            <a:ln>
              <a:noFill/>
            </a:ln>
          </p:spPr>
        </p:sp>
        <p:sp>
          <p:nvSpPr>
            <p:cNvPr id="345" name="Google Shape;345;p5"/>
            <p:cNvSpPr txBox="1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00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2h → &lt; 1 min</a:t>
              </a:r>
              <a:endParaRPr/>
            </a:p>
          </p:txBody>
        </p:sp>
      </p:grpSp>
      <p:grpSp>
        <p:nvGrpSpPr>
          <p:cNvPr id="346" name="Google Shape;346;p5"/>
          <p:cNvGrpSpPr/>
          <p:nvPr/>
        </p:nvGrpSpPr>
        <p:grpSpPr>
          <a:xfrm>
            <a:off x="12161520" y="4079081"/>
            <a:ext cx="5303520" cy="1132999"/>
            <a:chOff x="0" y="-47625"/>
            <a:chExt cx="7071360" cy="1510665"/>
          </a:xfrm>
        </p:grpSpPr>
        <p:sp>
          <p:nvSpPr>
            <p:cNvPr id="347" name="Google Shape;347;p5"/>
            <p:cNvSpPr/>
            <p:nvPr/>
          </p:nvSpPr>
          <p:spPr>
            <a:xfrm>
              <a:off x="0" y="0"/>
              <a:ext cx="7071360" cy="1463040"/>
            </a:xfrm>
            <a:custGeom>
              <a:rect b="b" l="l" r="r" t="t"/>
              <a:pathLst>
                <a:path extrusionOk="0"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176" l="0" r="0" t="-44176"/>
              </a:stretch>
            </a:blipFill>
            <a:ln>
              <a:noFill/>
            </a:ln>
          </p:spPr>
        </p:sp>
        <p:sp>
          <p:nvSpPr>
            <p:cNvPr id="348" name="Google Shape;348;p5"/>
            <p:cNvSpPr txBox="1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Tiempo de</a:t>
              </a:r>
              <a:endParaRPr/>
            </a:p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derivación automática</a:t>
              </a:r>
              <a:endParaRPr/>
            </a:p>
          </p:txBody>
        </p:sp>
      </p:grpSp>
      <p:sp>
        <p:nvSpPr>
          <p:cNvPr id="349" name="Google Shape;349;p5"/>
          <p:cNvSpPr/>
          <p:nvPr/>
        </p:nvSpPr>
        <p:spPr>
          <a:xfrm>
            <a:off x="3520440" y="5579745"/>
            <a:ext cx="5303520" cy="3657600"/>
          </a:xfrm>
          <a:custGeom>
            <a:rect b="b" l="l" r="r" t="t"/>
            <a:pathLst>
              <a:path extrusionOk="0" h="4876800" w="7071360">
                <a:moveTo>
                  <a:pt x="0" y="292608"/>
                </a:moveTo>
                <a:cubicBezTo>
                  <a:pt x="0" y="131064"/>
                  <a:pt x="131064" y="0"/>
                  <a:pt x="292608" y="0"/>
                </a:cubicBezTo>
                <a:lnTo>
                  <a:pt x="6778752" y="0"/>
                </a:lnTo>
                <a:cubicBezTo>
                  <a:pt x="6940297" y="0"/>
                  <a:pt x="7071360" y="131064"/>
                  <a:pt x="7071360" y="292608"/>
                </a:cubicBezTo>
                <a:lnTo>
                  <a:pt x="7071360" y="4584192"/>
                </a:lnTo>
                <a:cubicBezTo>
                  <a:pt x="7071360" y="4745736"/>
                  <a:pt x="6940297" y="4876800"/>
                  <a:pt x="6778752" y="4876800"/>
                </a:cubicBezTo>
                <a:lnTo>
                  <a:pt x="292608" y="4876800"/>
                </a:lnTo>
                <a:cubicBezTo>
                  <a:pt x="131064" y="4876800"/>
                  <a:pt x="0" y="4745736"/>
                  <a:pt x="0" y="458419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50" name="Google Shape;350;p5"/>
          <p:cNvSpPr/>
          <p:nvPr/>
        </p:nvSpPr>
        <p:spPr>
          <a:xfrm>
            <a:off x="5760720" y="5791455"/>
            <a:ext cx="914400" cy="914400"/>
          </a:xfrm>
          <a:custGeom>
            <a:rect b="b" l="l" r="r" t="t"/>
            <a:pathLst>
              <a:path extrusionOk="0" h="1219200" w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1" name="Google Shape;351;p5"/>
          <p:cNvGrpSpPr/>
          <p:nvPr/>
        </p:nvGrpSpPr>
        <p:grpSpPr>
          <a:xfrm>
            <a:off x="3520440" y="6802755"/>
            <a:ext cx="5303520" cy="1245870"/>
            <a:chOff x="0" y="-76200"/>
            <a:chExt cx="7071360" cy="1661160"/>
          </a:xfrm>
        </p:grpSpPr>
        <p:sp>
          <p:nvSpPr>
            <p:cNvPr id="352" name="Google Shape;352;p5"/>
            <p:cNvSpPr/>
            <p:nvPr/>
          </p:nvSpPr>
          <p:spPr>
            <a:xfrm>
              <a:off x="0" y="0"/>
              <a:ext cx="7071360" cy="1584960"/>
            </a:xfrm>
            <a:custGeom>
              <a:rect b="b" l="l" r="r" t="t"/>
              <a:pathLst>
                <a:path extrusionOk="0"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32" l="0" r="0" t="-36932"/>
              </a:stretch>
            </a:blipFill>
            <a:ln>
              <a:noFill/>
            </a:ln>
          </p:spPr>
        </p:sp>
        <p:sp>
          <p:nvSpPr>
            <p:cNvPr id="353" name="Google Shape;353;p5"/>
            <p:cNvSpPr txBox="1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00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92%</a:t>
              </a:r>
              <a:endParaRPr/>
            </a:p>
          </p:txBody>
        </p:sp>
      </p:grpSp>
      <p:grpSp>
        <p:nvGrpSpPr>
          <p:cNvPr id="354" name="Google Shape;354;p5"/>
          <p:cNvGrpSpPr/>
          <p:nvPr/>
        </p:nvGrpSpPr>
        <p:grpSpPr>
          <a:xfrm>
            <a:off x="3520440" y="8012906"/>
            <a:ext cx="5303520" cy="1132999"/>
            <a:chOff x="0" y="-47625"/>
            <a:chExt cx="7071360" cy="1510665"/>
          </a:xfrm>
        </p:grpSpPr>
        <p:sp>
          <p:nvSpPr>
            <p:cNvPr id="355" name="Google Shape;355;p5"/>
            <p:cNvSpPr/>
            <p:nvPr/>
          </p:nvSpPr>
          <p:spPr>
            <a:xfrm>
              <a:off x="0" y="0"/>
              <a:ext cx="7071360" cy="1463040"/>
            </a:xfrm>
            <a:custGeom>
              <a:rect b="b" l="l" r="r" t="t"/>
              <a:pathLst>
                <a:path extrusionOk="0"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176" l="0" r="0" t="-44176"/>
              </a:stretch>
            </a:blipFill>
            <a:ln>
              <a:noFill/>
            </a:ln>
          </p:spPr>
        </p:sp>
        <p:sp>
          <p:nvSpPr>
            <p:cNvPr id="356" name="Google Shape;356;p5"/>
            <p:cNvSpPr txBox="1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Cumplimiento SLA</a:t>
              </a:r>
              <a:endParaRPr/>
            </a:p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para tickets alta prioridad</a:t>
              </a:r>
              <a:endParaRPr/>
            </a:p>
          </p:txBody>
        </p:sp>
      </p:grpSp>
      <p:sp>
        <p:nvSpPr>
          <p:cNvPr id="357" name="Google Shape;357;p5"/>
          <p:cNvSpPr/>
          <p:nvPr/>
        </p:nvSpPr>
        <p:spPr>
          <a:xfrm>
            <a:off x="9281160" y="5579745"/>
            <a:ext cx="5303520" cy="3657600"/>
          </a:xfrm>
          <a:custGeom>
            <a:rect b="b" l="l" r="r" t="t"/>
            <a:pathLst>
              <a:path extrusionOk="0" h="4876800" w="7071360">
                <a:moveTo>
                  <a:pt x="0" y="292608"/>
                </a:moveTo>
                <a:cubicBezTo>
                  <a:pt x="0" y="131064"/>
                  <a:pt x="131064" y="0"/>
                  <a:pt x="292608" y="0"/>
                </a:cubicBezTo>
                <a:lnTo>
                  <a:pt x="6778752" y="0"/>
                </a:lnTo>
                <a:cubicBezTo>
                  <a:pt x="6940297" y="0"/>
                  <a:pt x="7071360" y="131064"/>
                  <a:pt x="7071360" y="292608"/>
                </a:cubicBezTo>
                <a:lnTo>
                  <a:pt x="7071360" y="4584192"/>
                </a:lnTo>
                <a:cubicBezTo>
                  <a:pt x="7071360" y="4745736"/>
                  <a:pt x="6940297" y="4876800"/>
                  <a:pt x="6778752" y="4876800"/>
                </a:cubicBezTo>
                <a:lnTo>
                  <a:pt x="292608" y="4876800"/>
                </a:lnTo>
                <a:cubicBezTo>
                  <a:pt x="131064" y="4876800"/>
                  <a:pt x="0" y="4745736"/>
                  <a:pt x="0" y="458419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58" name="Google Shape;358;p5"/>
          <p:cNvSpPr/>
          <p:nvPr/>
        </p:nvSpPr>
        <p:spPr>
          <a:xfrm>
            <a:off x="11521440" y="5791455"/>
            <a:ext cx="914400" cy="914400"/>
          </a:xfrm>
          <a:custGeom>
            <a:rect b="b" l="l" r="r" t="t"/>
            <a:pathLst>
              <a:path extrusionOk="0" h="1219200" w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9" name="Google Shape;359;p5"/>
          <p:cNvGrpSpPr/>
          <p:nvPr/>
        </p:nvGrpSpPr>
        <p:grpSpPr>
          <a:xfrm>
            <a:off x="9281160" y="6802755"/>
            <a:ext cx="5303520" cy="1245870"/>
            <a:chOff x="0" y="-76200"/>
            <a:chExt cx="7071360" cy="1661160"/>
          </a:xfrm>
        </p:grpSpPr>
        <p:sp>
          <p:nvSpPr>
            <p:cNvPr id="360" name="Google Shape;360;p5"/>
            <p:cNvSpPr/>
            <p:nvPr/>
          </p:nvSpPr>
          <p:spPr>
            <a:xfrm>
              <a:off x="0" y="0"/>
              <a:ext cx="7071360" cy="1584960"/>
            </a:xfrm>
            <a:custGeom>
              <a:rect b="b" l="l" r="r" t="t"/>
              <a:pathLst>
                <a:path extrusionOk="0" h="15849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32" l="0" r="0" t="-36932"/>
              </a:stretch>
            </a:blipFill>
            <a:ln>
              <a:noFill/>
            </a:ln>
          </p:spPr>
        </p:sp>
        <p:sp>
          <p:nvSpPr>
            <p:cNvPr id="361" name="Google Shape;361;p5"/>
            <p:cNvSpPr txBox="1"/>
            <p:nvPr/>
          </p:nvSpPr>
          <p:spPr>
            <a:xfrm>
              <a:off x="0" y="-76200"/>
              <a:ext cx="7071360" cy="1661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00" u="none" cap="none" strike="noStrike">
                  <a:solidFill>
                    <a:srgbClr val="9B59B6"/>
                  </a:solidFill>
                  <a:latin typeface="Calibri"/>
                  <a:ea typeface="Calibri"/>
                  <a:cs typeface="Calibri"/>
                  <a:sym typeface="Calibri"/>
                </a:rPr>
                <a:t>18%</a:t>
              </a:r>
              <a:endParaRPr/>
            </a:p>
          </p:txBody>
        </p:sp>
      </p:grpSp>
      <p:grpSp>
        <p:nvGrpSpPr>
          <p:cNvPr id="362" name="Google Shape;362;p5"/>
          <p:cNvGrpSpPr/>
          <p:nvPr/>
        </p:nvGrpSpPr>
        <p:grpSpPr>
          <a:xfrm>
            <a:off x="9281160" y="8012906"/>
            <a:ext cx="5303520" cy="1132999"/>
            <a:chOff x="0" y="-47625"/>
            <a:chExt cx="7071360" cy="1510665"/>
          </a:xfrm>
        </p:grpSpPr>
        <p:sp>
          <p:nvSpPr>
            <p:cNvPr id="363" name="Google Shape;363;p5"/>
            <p:cNvSpPr/>
            <p:nvPr/>
          </p:nvSpPr>
          <p:spPr>
            <a:xfrm>
              <a:off x="0" y="0"/>
              <a:ext cx="7071360" cy="1463040"/>
            </a:xfrm>
            <a:custGeom>
              <a:rect b="b" l="l" r="r" t="t"/>
              <a:pathLst>
                <a:path extrusionOk="0"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4176" l="0" r="0" t="-44176"/>
              </a:stretch>
            </a:blipFill>
            <a:ln>
              <a:noFill/>
            </a:ln>
          </p:spPr>
        </p:sp>
        <p:sp>
          <p:nvSpPr>
            <p:cNvPr id="364" name="Google Shape;364;p5"/>
            <p:cNvSpPr txBox="1"/>
            <p:nvPr/>
          </p:nvSpPr>
          <p:spPr>
            <a:xfrm>
              <a:off x="0" y="-47625"/>
              <a:ext cx="7071360" cy="1510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Autoservicio:</a:t>
              </a:r>
              <a:endParaRPr/>
            </a:p>
            <a:p>
              <a:pPr indent="0" lvl="0" marL="0" marR="0" rtl="0" algn="ctr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tickets resueltos sin enviar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6"/>
          <p:cNvGrpSpPr/>
          <p:nvPr/>
        </p:nvGrpSpPr>
        <p:grpSpPr>
          <a:xfrm>
            <a:off x="914400" y="167164"/>
            <a:ext cx="16459200" cy="1432656"/>
            <a:chOff x="0" y="-142875"/>
            <a:chExt cx="21945600" cy="1910209"/>
          </a:xfrm>
        </p:grpSpPr>
        <p:sp>
          <p:nvSpPr>
            <p:cNvPr id="374" name="Google Shape;374;p6"/>
            <p:cNvSpPr/>
            <p:nvPr/>
          </p:nvSpPr>
          <p:spPr>
            <a:xfrm>
              <a:off x="0" y="0"/>
              <a:ext cx="21945600" cy="1767334"/>
            </a:xfrm>
            <a:custGeom>
              <a:rect b="b" l="l" r="r" t="t"/>
              <a:pathLst>
                <a:path extrusionOk="0" h="176733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67334"/>
                  </a:lnTo>
                  <a:lnTo>
                    <a:pt x="0" y="176733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3335" l="0" r="0" t="-200552"/>
              </a:stretch>
            </a:blipFill>
            <a:ln>
              <a:noFill/>
            </a:ln>
          </p:spPr>
        </p:sp>
        <p:sp>
          <p:nvSpPr>
            <p:cNvPr id="375" name="Google Shape;375;p6"/>
            <p:cNvSpPr txBox="1"/>
            <p:nvPr/>
          </p:nvSpPr>
          <p:spPr>
            <a:xfrm>
              <a:off x="0" y="-142875"/>
              <a:ext cx="21945600" cy="1910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ALCANCE FUNCIONAL DEL INCREMENTO</a:t>
              </a:r>
              <a:endParaRPr/>
            </a:p>
          </p:txBody>
        </p:sp>
      </p:grpSp>
      <p:sp>
        <p:nvSpPr>
          <p:cNvPr id="376" name="Google Shape;376;p6"/>
          <p:cNvSpPr/>
          <p:nvPr/>
        </p:nvSpPr>
        <p:spPr>
          <a:xfrm>
            <a:off x="548640" y="1645920"/>
            <a:ext cx="8229600" cy="2523744"/>
          </a:xfrm>
          <a:custGeom>
            <a:rect b="b" l="l" r="r" t="t"/>
            <a:pathLst>
              <a:path extrusionOk="0" h="3364992" w="1097280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10728960" y="0"/>
                </a:lnTo>
                <a:cubicBezTo>
                  <a:pt x="10863580" y="0"/>
                  <a:pt x="10972800" y="109220"/>
                  <a:pt x="10972800" y="243840"/>
                </a:cubicBezTo>
                <a:lnTo>
                  <a:pt x="10972800" y="3121152"/>
                </a:lnTo>
                <a:cubicBezTo>
                  <a:pt x="10972800" y="3255772"/>
                  <a:pt x="10863580" y="3364992"/>
                  <a:pt x="10728960" y="3364992"/>
                </a:cubicBezTo>
                <a:lnTo>
                  <a:pt x="243840" y="3364992"/>
                </a:lnTo>
                <a:cubicBezTo>
                  <a:pt x="109220" y="3364992"/>
                  <a:pt x="0" y="3255772"/>
                  <a:pt x="0" y="312115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6"/>
          <p:cNvSpPr/>
          <p:nvPr/>
        </p:nvSpPr>
        <p:spPr>
          <a:xfrm>
            <a:off x="914400" y="1828800"/>
            <a:ext cx="877824" cy="877824"/>
          </a:xfrm>
          <a:custGeom>
            <a:rect b="b" l="l" r="r" t="t"/>
            <a:pathLst>
              <a:path extrusionOk="0" h="1170432" w="1170432">
                <a:moveTo>
                  <a:pt x="0" y="585216"/>
                </a:moveTo>
                <a:cubicBezTo>
                  <a:pt x="0" y="262001"/>
                  <a:pt x="262001" y="0"/>
                  <a:pt x="585216" y="0"/>
                </a:cubicBezTo>
                <a:cubicBezTo>
                  <a:pt x="908431" y="0"/>
                  <a:pt x="1170432" y="262001"/>
                  <a:pt x="1170432" y="585216"/>
                </a:cubicBezTo>
                <a:cubicBezTo>
                  <a:pt x="1170432" y="908431"/>
                  <a:pt x="908431" y="1170432"/>
                  <a:pt x="585216" y="1170432"/>
                </a:cubicBezTo>
                <a:cubicBezTo>
                  <a:pt x="262001" y="1170432"/>
                  <a:pt x="0" y="908431"/>
                  <a:pt x="0" y="585216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78" name="Google Shape;378;p6"/>
          <p:cNvSpPr/>
          <p:nvPr/>
        </p:nvSpPr>
        <p:spPr>
          <a:xfrm>
            <a:off x="1097280" y="1975104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9" name="Google Shape;379;p6"/>
          <p:cNvGrpSpPr/>
          <p:nvPr/>
        </p:nvGrpSpPr>
        <p:grpSpPr>
          <a:xfrm>
            <a:off x="2011680" y="1749362"/>
            <a:ext cx="6400800" cy="737806"/>
            <a:chOff x="0" y="-57150"/>
            <a:chExt cx="8534400" cy="983742"/>
          </a:xfrm>
        </p:grpSpPr>
        <p:sp>
          <p:nvSpPr>
            <p:cNvPr id="380" name="Google Shape;380;p6"/>
            <p:cNvSpPr/>
            <p:nvPr/>
          </p:nvSpPr>
          <p:spPr>
            <a:xfrm>
              <a:off x="0" y="0"/>
              <a:ext cx="8534400" cy="926592"/>
            </a:xfrm>
            <a:custGeom>
              <a:rect b="b" l="l" r="r" t="t"/>
              <a:pathLst>
                <a:path extrusionOk="0"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9469" l="0" r="0" t="-129469"/>
              </a:stretch>
            </a:blipFill>
            <a:ln>
              <a:noFill/>
            </a:ln>
          </p:spPr>
        </p:sp>
        <p:sp>
          <p:nvSpPr>
            <p:cNvPr id="381" name="Google Shape;381;p6"/>
            <p:cNvSpPr txBox="1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Autenticación y Usuarios</a:t>
              </a:r>
              <a:endParaRPr/>
            </a:p>
          </p:txBody>
        </p:sp>
      </p:grpSp>
      <p:grpSp>
        <p:nvGrpSpPr>
          <p:cNvPr id="382" name="Google Shape;382;p6"/>
          <p:cNvGrpSpPr/>
          <p:nvPr/>
        </p:nvGrpSpPr>
        <p:grpSpPr>
          <a:xfrm>
            <a:off x="914400" y="2561177"/>
            <a:ext cx="7680960" cy="1462183"/>
            <a:chOff x="0" y="-47625"/>
            <a:chExt cx="10241280" cy="1949577"/>
          </a:xfrm>
        </p:grpSpPr>
        <p:sp>
          <p:nvSpPr>
            <p:cNvPr id="383" name="Google Shape;383;p6"/>
            <p:cNvSpPr/>
            <p:nvPr/>
          </p:nvSpPr>
          <p:spPr>
            <a:xfrm>
              <a:off x="0" y="0"/>
              <a:ext cx="10241280" cy="1901952"/>
            </a:xfrm>
            <a:custGeom>
              <a:rect b="b" l="l" r="r" t="t"/>
              <a:pathLst>
                <a:path extrusionOk="0"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919" l="0" r="0" t="-54919"/>
              </a:stretch>
            </a:blipFill>
            <a:ln>
              <a:noFill/>
            </a:ln>
          </p:spPr>
        </p:sp>
        <p:sp>
          <p:nvSpPr>
            <p:cNvPr id="384" name="Google Shape;384;p6"/>
            <p:cNvSpPr txBox="1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Registro, login, roles (Solicitante/Técnico/Admin), cambio de contraseña, sesiones seguras.</a:t>
              </a:r>
              <a:endParaRPr/>
            </a:p>
          </p:txBody>
        </p:sp>
      </p:grpSp>
      <p:sp>
        <p:nvSpPr>
          <p:cNvPr id="385" name="Google Shape;385;p6"/>
          <p:cNvSpPr/>
          <p:nvPr/>
        </p:nvSpPr>
        <p:spPr>
          <a:xfrm>
            <a:off x="548640" y="4425696"/>
            <a:ext cx="8229600" cy="2523744"/>
          </a:xfrm>
          <a:custGeom>
            <a:rect b="b" l="l" r="r" t="t"/>
            <a:pathLst>
              <a:path extrusionOk="0" h="3364992" w="1097280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10728960" y="0"/>
                </a:lnTo>
                <a:cubicBezTo>
                  <a:pt x="10863580" y="0"/>
                  <a:pt x="10972800" y="109220"/>
                  <a:pt x="10972800" y="243840"/>
                </a:cubicBezTo>
                <a:lnTo>
                  <a:pt x="10972800" y="3121152"/>
                </a:lnTo>
                <a:cubicBezTo>
                  <a:pt x="10972800" y="3255772"/>
                  <a:pt x="10863580" y="3364992"/>
                  <a:pt x="10728960" y="3364992"/>
                </a:cubicBezTo>
                <a:lnTo>
                  <a:pt x="243840" y="3364992"/>
                </a:lnTo>
                <a:cubicBezTo>
                  <a:pt x="109220" y="3364992"/>
                  <a:pt x="0" y="3255772"/>
                  <a:pt x="0" y="312115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"/>
          <p:cNvSpPr/>
          <p:nvPr/>
        </p:nvSpPr>
        <p:spPr>
          <a:xfrm>
            <a:off x="914400" y="4608576"/>
            <a:ext cx="877824" cy="877824"/>
          </a:xfrm>
          <a:custGeom>
            <a:rect b="b" l="l" r="r" t="t"/>
            <a:pathLst>
              <a:path extrusionOk="0" h="1170432" w="1170432">
                <a:moveTo>
                  <a:pt x="0" y="585216"/>
                </a:moveTo>
                <a:cubicBezTo>
                  <a:pt x="0" y="262001"/>
                  <a:pt x="262001" y="0"/>
                  <a:pt x="585216" y="0"/>
                </a:cubicBezTo>
                <a:cubicBezTo>
                  <a:pt x="908431" y="0"/>
                  <a:pt x="1170432" y="262001"/>
                  <a:pt x="1170432" y="585216"/>
                </a:cubicBezTo>
                <a:cubicBezTo>
                  <a:pt x="1170432" y="908431"/>
                  <a:pt x="908431" y="1170432"/>
                  <a:pt x="585216" y="1170432"/>
                </a:cubicBezTo>
                <a:cubicBezTo>
                  <a:pt x="262001" y="1170432"/>
                  <a:pt x="0" y="908431"/>
                  <a:pt x="0" y="585216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87" name="Google Shape;387;p6"/>
          <p:cNvSpPr/>
          <p:nvPr/>
        </p:nvSpPr>
        <p:spPr>
          <a:xfrm>
            <a:off x="1097280" y="4754880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8" name="Google Shape;388;p6"/>
          <p:cNvGrpSpPr/>
          <p:nvPr/>
        </p:nvGrpSpPr>
        <p:grpSpPr>
          <a:xfrm>
            <a:off x="2011680" y="4529138"/>
            <a:ext cx="6400800" cy="737807"/>
            <a:chOff x="0" y="-57150"/>
            <a:chExt cx="8534400" cy="983742"/>
          </a:xfrm>
        </p:grpSpPr>
        <p:sp>
          <p:nvSpPr>
            <p:cNvPr id="389" name="Google Shape;389;p6"/>
            <p:cNvSpPr/>
            <p:nvPr/>
          </p:nvSpPr>
          <p:spPr>
            <a:xfrm>
              <a:off x="0" y="0"/>
              <a:ext cx="8534400" cy="926592"/>
            </a:xfrm>
            <a:custGeom>
              <a:rect b="b" l="l" r="r" t="t"/>
              <a:pathLst>
                <a:path extrusionOk="0"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9469" l="0" r="0" t="-129469"/>
              </a:stretch>
            </a:blipFill>
            <a:ln>
              <a:noFill/>
            </a:ln>
          </p:spPr>
        </p:sp>
        <p:sp>
          <p:nvSpPr>
            <p:cNvPr id="390" name="Google Shape;390;p6"/>
            <p:cNvSpPr txBox="1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Creación de Tickets</a:t>
              </a:r>
              <a:endParaRPr/>
            </a:p>
          </p:txBody>
        </p:sp>
      </p:grpSp>
      <p:grpSp>
        <p:nvGrpSpPr>
          <p:cNvPr id="391" name="Google Shape;391;p6"/>
          <p:cNvGrpSpPr/>
          <p:nvPr/>
        </p:nvGrpSpPr>
        <p:grpSpPr>
          <a:xfrm>
            <a:off x="914400" y="5340953"/>
            <a:ext cx="7680960" cy="1462183"/>
            <a:chOff x="0" y="-47625"/>
            <a:chExt cx="10241280" cy="1949577"/>
          </a:xfrm>
        </p:grpSpPr>
        <p:sp>
          <p:nvSpPr>
            <p:cNvPr id="392" name="Google Shape;392;p6"/>
            <p:cNvSpPr/>
            <p:nvPr/>
          </p:nvSpPr>
          <p:spPr>
            <a:xfrm>
              <a:off x="0" y="0"/>
              <a:ext cx="10241280" cy="1901952"/>
            </a:xfrm>
            <a:custGeom>
              <a:rect b="b" l="l" r="r" t="t"/>
              <a:pathLst>
                <a:path extrusionOk="0"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919" l="0" r="0" t="-54919"/>
              </a:stretch>
            </a:blipFill>
            <a:ln>
              <a:noFill/>
            </a:ln>
          </p:spPr>
        </p:sp>
        <p:sp>
          <p:nvSpPr>
            <p:cNvPr id="393" name="Google Shape;393;p6"/>
            <p:cNvSpPr txBox="1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Formulario web con categorías (red, software, HW, sistemas externos), prioridades y adjuntos hasta 10 MB.</a:t>
              </a:r>
              <a:endParaRPr/>
            </a:p>
          </p:txBody>
        </p:sp>
      </p:grpSp>
      <p:sp>
        <p:nvSpPr>
          <p:cNvPr id="394" name="Google Shape;394;p6"/>
          <p:cNvSpPr/>
          <p:nvPr/>
        </p:nvSpPr>
        <p:spPr>
          <a:xfrm>
            <a:off x="548640" y="7205472"/>
            <a:ext cx="8229600" cy="2523744"/>
          </a:xfrm>
          <a:custGeom>
            <a:rect b="b" l="l" r="r" t="t"/>
            <a:pathLst>
              <a:path extrusionOk="0" h="3364992" w="1097280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10728960" y="0"/>
                </a:lnTo>
                <a:cubicBezTo>
                  <a:pt x="10863580" y="0"/>
                  <a:pt x="10972800" y="109220"/>
                  <a:pt x="10972800" y="243840"/>
                </a:cubicBezTo>
                <a:lnTo>
                  <a:pt x="10972800" y="3121152"/>
                </a:lnTo>
                <a:cubicBezTo>
                  <a:pt x="10972800" y="3255772"/>
                  <a:pt x="10863580" y="3364992"/>
                  <a:pt x="10728960" y="3364992"/>
                </a:cubicBezTo>
                <a:lnTo>
                  <a:pt x="243840" y="3364992"/>
                </a:lnTo>
                <a:cubicBezTo>
                  <a:pt x="109220" y="3364992"/>
                  <a:pt x="0" y="3255772"/>
                  <a:pt x="0" y="312115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6"/>
          <p:cNvSpPr/>
          <p:nvPr/>
        </p:nvSpPr>
        <p:spPr>
          <a:xfrm>
            <a:off x="914400" y="7388352"/>
            <a:ext cx="877824" cy="877824"/>
          </a:xfrm>
          <a:custGeom>
            <a:rect b="b" l="l" r="r" t="t"/>
            <a:pathLst>
              <a:path extrusionOk="0" h="1170432" w="1170432">
                <a:moveTo>
                  <a:pt x="0" y="585216"/>
                </a:moveTo>
                <a:cubicBezTo>
                  <a:pt x="0" y="262001"/>
                  <a:pt x="262001" y="0"/>
                  <a:pt x="585216" y="0"/>
                </a:cubicBezTo>
                <a:cubicBezTo>
                  <a:pt x="908431" y="0"/>
                  <a:pt x="1170432" y="262001"/>
                  <a:pt x="1170432" y="585216"/>
                </a:cubicBezTo>
                <a:cubicBezTo>
                  <a:pt x="1170432" y="908431"/>
                  <a:pt x="908431" y="1170432"/>
                  <a:pt x="585216" y="1170432"/>
                </a:cubicBezTo>
                <a:cubicBezTo>
                  <a:pt x="262001" y="1170432"/>
                  <a:pt x="0" y="908431"/>
                  <a:pt x="0" y="585216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396" name="Google Shape;396;p6"/>
          <p:cNvSpPr/>
          <p:nvPr/>
        </p:nvSpPr>
        <p:spPr>
          <a:xfrm>
            <a:off x="1097280" y="7534656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7" name="Google Shape;397;p6"/>
          <p:cNvGrpSpPr/>
          <p:nvPr/>
        </p:nvGrpSpPr>
        <p:grpSpPr>
          <a:xfrm>
            <a:off x="2011680" y="7308913"/>
            <a:ext cx="6400800" cy="737807"/>
            <a:chOff x="0" y="-57150"/>
            <a:chExt cx="8534400" cy="983742"/>
          </a:xfrm>
        </p:grpSpPr>
        <p:sp>
          <p:nvSpPr>
            <p:cNvPr id="398" name="Google Shape;398;p6"/>
            <p:cNvSpPr/>
            <p:nvPr/>
          </p:nvSpPr>
          <p:spPr>
            <a:xfrm>
              <a:off x="0" y="0"/>
              <a:ext cx="8534400" cy="926592"/>
            </a:xfrm>
            <a:custGeom>
              <a:rect b="b" l="l" r="r" t="t"/>
              <a:pathLst>
                <a:path extrusionOk="0"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9469" l="0" r="0" t="-129469"/>
              </a:stretch>
            </a:blipFill>
            <a:ln>
              <a:noFill/>
            </a:ln>
          </p:spPr>
        </p:sp>
        <p:sp>
          <p:nvSpPr>
            <p:cNvPr id="399" name="Google Shape;399;p6"/>
            <p:cNvSpPr txBox="1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Ciclo de Vida del Ticket</a:t>
              </a:r>
              <a:endParaRPr/>
            </a:p>
          </p:txBody>
        </p:sp>
      </p:grpSp>
      <p:grpSp>
        <p:nvGrpSpPr>
          <p:cNvPr id="400" name="Google Shape;400;p6"/>
          <p:cNvGrpSpPr/>
          <p:nvPr/>
        </p:nvGrpSpPr>
        <p:grpSpPr>
          <a:xfrm>
            <a:off x="914400" y="8120729"/>
            <a:ext cx="7680960" cy="1462183"/>
            <a:chOff x="0" y="-47625"/>
            <a:chExt cx="10241280" cy="1949577"/>
          </a:xfrm>
        </p:grpSpPr>
        <p:sp>
          <p:nvSpPr>
            <p:cNvPr id="401" name="Google Shape;401;p6"/>
            <p:cNvSpPr/>
            <p:nvPr/>
          </p:nvSpPr>
          <p:spPr>
            <a:xfrm>
              <a:off x="0" y="0"/>
              <a:ext cx="10241280" cy="1901952"/>
            </a:xfrm>
            <a:custGeom>
              <a:rect b="b" l="l" r="r" t="t"/>
              <a:pathLst>
                <a:path extrusionOk="0"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919" l="0" r="0" t="-54919"/>
              </a:stretch>
            </a:blipFill>
            <a:ln>
              <a:noFill/>
            </a:ln>
          </p:spPr>
        </p:sp>
        <p:sp>
          <p:nvSpPr>
            <p:cNvPr id="402" name="Google Shape;402;p6"/>
            <p:cNvSpPr txBox="1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Estados: Pendiente → En Proceso → Resuelto → Cerrado. Asignación manual/automática a técnicos.</a:t>
              </a:r>
              <a:endParaRPr/>
            </a:p>
          </p:txBody>
        </p:sp>
      </p:grpSp>
      <p:sp>
        <p:nvSpPr>
          <p:cNvPr id="403" name="Google Shape;403;p6"/>
          <p:cNvSpPr/>
          <p:nvPr/>
        </p:nvSpPr>
        <p:spPr>
          <a:xfrm>
            <a:off x="9509760" y="1645920"/>
            <a:ext cx="8229600" cy="2523744"/>
          </a:xfrm>
          <a:custGeom>
            <a:rect b="b" l="l" r="r" t="t"/>
            <a:pathLst>
              <a:path extrusionOk="0" h="3364992" w="1097280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10728960" y="0"/>
                </a:lnTo>
                <a:cubicBezTo>
                  <a:pt x="10863580" y="0"/>
                  <a:pt x="10972800" y="109220"/>
                  <a:pt x="10972800" y="243840"/>
                </a:cubicBezTo>
                <a:lnTo>
                  <a:pt x="10972800" y="3121152"/>
                </a:lnTo>
                <a:cubicBezTo>
                  <a:pt x="10972800" y="3255772"/>
                  <a:pt x="10863580" y="3364992"/>
                  <a:pt x="10728960" y="3364992"/>
                </a:cubicBezTo>
                <a:lnTo>
                  <a:pt x="243840" y="3364992"/>
                </a:lnTo>
                <a:cubicBezTo>
                  <a:pt x="109220" y="3364992"/>
                  <a:pt x="0" y="3255772"/>
                  <a:pt x="0" y="312115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6"/>
          <p:cNvSpPr/>
          <p:nvPr/>
        </p:nvSpPr>
        <p:spPr>
          <a:xfrm>
            <a:off x="9875520" y="1828800"/>
            <a:ext cx="877824" cy="877824"/>
          </a:xfrm>
          <a:custGeom>
            <a:rect b="b" l="l" r="r" t="t"/>
            <a:pathLst>
              <a:path extrusionOk="0" h="1170432" w="1170432">
                <a:moveTo>
                  <a:pt x="0" y="585216"/>
                </a:moveTo>
                <a:cubicBezTo>
                  <a:pt x="0" y="262001"/>
                  <a:pt x="262001" y="0"/>
                  <a:pt x="585216" y="0"/>
                </a:cubicBezTo>
                <a:cubicBezTo>
                  <a:pt x="908431" y="0"/>
                  <a:pt x="1170432" y="262001"/>
                  <a:pt x="1170432" y="585216"/>
                </a:cubicBezTo>
                <a:cubicBezTo>
                  <a:pt x="1170432" y="908431"/>
                  <a:pt x="908431" y="1170432"/>
                  <a:pt x="585216" y="1170432"/>
                </a:cubicBezTo>
                <a:cubicBezTo>
                  <a:pt x="262001" y="1170432"/>
                  <a:pt x="0" y="908431"/>
                  <a:pt x="0" y="585216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405" name="Google Shape;405;p6"/>
          <p:cNvSpPr/>
          <p:nvPr/>
        </p:nvSpPr>
        <p:spPr>
          <a:xfrm>
            <a:off x="10058400" y="1975104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6" name="Google Shape;406;p6"/>
          <p:cNvGrpSpPr/>
          <p:nvPr/>
        </p:nvGrpSpPr>
        <p:grpSpPr>
          <a:xfrm>
            <a:off x="10972800" y="1749362"/>
            <a:ext cx="6400800" cy="737806"/>
            <a:chOff x="0" y="-57150"/>
            <a:chExt cx="8534400" cy="983742"/>
          </a:xfrm>
        </p:grpSpPr>
        <p:sp>
          <p:nvSpPr>
            <p:cNvPr id="407" name="Google Shape;407;p6"/>
            <p:cNvSpPr/>
            <p:nvPr/>
          </p:nvSpPr>
          <p:spPr>
            <a:xfrm>
              <a:off x="0" y="0"/>
              <a:ext cx="8534400" cy="926592"/>
            </a:xfrm>
            <a:custGeom>
              <a:rect b="b" l="l" r="r" t="t"/>
              <a:pathLst>
                <a:path extrusionOk="0"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9469" l="0" r="0" t="-129469"/>
              </a:stretch>
            </a:blipFill>
            <a:ln>
              <a:noFill/>
            </a:ln>
          </p:spPr>
        </p:sp>
        <p:sp>
          <p:nvSpPr>
            <p:cNvPr id="408" name="Google Shape;408;p6"/>
            <p:cNvSpPr txBox="1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Notificaciones</a:t>
              </a:r>
              <a:endParaRPr/>
            </a:p>
          </p:txBody>
        </p:sp>
      </p:grpSp>
      <p:grpSp>
        <p:nvGrpSpPr>
          <p:cNvPr id="409" name="Google Shape;409;p6"/>
          <p:cNvGrpSpPr/>
          <p:nvPr/>
        </p:nvGrpSpPr>
        <p:grpSpPr>
          <a:xfrm>
            <a:off x="9875520" y="2561177"/>
            <a:ext cx="7680960" cy="1462183"/>
            <a:chOff x="0" y="-47625"/>
            <a:chExt cx="10241280" cy="1949577"/>
          </a:xfrm>
        </p:grpSpPr>
        <p:sp>
          <p:nvSpPr>
            <p:cNvPr id="410" name="Google Shape;410;p6"/>
            <p:cNvSpPr/>
            <p:nvPr/>
          </p:nvSpPr>
          <p:spPr>
            <a:xfrm>
              <a:off x="0" y="0"/>
              <a:ext cx="10241280" cy="1901952"/>
            </a:xfrm>
            <a:custGeom>
              <a:rect b="b" l="l" r="r" t="t"/>
              <a:pathLst>
                <a:path extrusionOk="0"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919" l="0" r="0" t="-54919"/>
              </a:stretch>
            </a:blipFill>
            <a:ln>
              <a:noFill/>
            </a:ln>
          </p:spPr>
        </p:sp>
        <p:sp>
          <p:nvSpPr>
            <p:cNvPr id="411" name="Google Shape;411;p6"/>
            <p:cNvSpPr txBox="1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Correos automáticos al crear ticket y al cambiar a estado resuelto.</a:t>
              </a:r>
              <a:endParaRPr/>
            </a:p>
          </p:txBody>
        </p:sp>
      </p:grpSp>
      <p:sp>
        <p:nvSpPr>
          <p:cNvPr id="412" name="Google Shape;412;p6"/>
          <p:cNvSpPr/>
          <p:nvPr/>
        </p:nvSpPr>
        <p:spPr>
          <a:xfrm>
            <a:off x="9509760" y="4425696"/>
            <a:ext cx="8229600" cy="2523744"/>
          </a:xfrm>
          <a:custGeom>
            <a:rect b="b" l="l" r="r" t="t"/>
            <a:pathLst>
              <a:path extrusionOk="0" h="3364992" w="1097280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10728960" y="0"/>
                </a:lnTo>
                <a:cubicBezTo>
                  <a:pt x="10863580" y="0"/>
                  <a:pt x="10972800" y="109220"/>
                  <a:pt x="10972800" y="243840"/>
                </a:cubicBezTo>
                <a:lnTo>
                  <a:pt x="10972800" y="3121152"/>
                </a:lnTo>
                <a:cubicBezTo>
                  <a:pt x="10972800" y="3255772"/>
                  <a:pt x="10863580" y="3364992"/>
                  <a:pt x="10728960" y="3364992"/>
                </a:cubicBezTo>
                <a:lnTo>
                  <a:pt x="243840" y="3364992"/>
                </a:lnTo>
                <a:cubicBezTo>
                  <a:pt x="109220" y="3364992"/>
                  <a:pt x="0" y="3255772"/>
                  <a:pt x="0" y="312115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6"/>
          <p:cNvSpPr/>
          <p:nvPr/>
        </p:nvSpPr>
        <p:spPr>
          <a:xfrm>
            <a:off x="9875520" y="4608576"/>
            <a:ext cx="877824" cy="877824"/>
          </a:xfrm>
          <a:custGeom>
            <a:rect b="b" l="l" r="r" t="t"/>
            <a:pathLst>
              <a:path extrusionOk="0" h="1170432" w="1170432">
                <a:moveTo>
                  <a:pt x="0" y="585216"/>
                </a:moveTo>
                <a:cubicBezTo>
                  <a:pt x="0" y="262001"/>
                  <a:pt x="262001" y="0"/>
                  <a:pt x="585216" y="0"/>
                </a:cubicBezTo>
                <a:cubicBezTo>
                  <a:pt x="908431" y="0"/>
                  <a:pt x="1170432" y="262001"/>
                  <a:pt x="1170432" y="585216"/>
                </a:cubicBezTo>
                <a:cubicBezTo>
                  <a:pt x="1170432" y="908431"/>
                  <a:pt x="908431" y="1170432"/>
                  <a:pt x="585216" y="1170432"/>
                </a:cubicBezTo>
                <a:cubicBezTo>
                  <a:pt x="262001" y="1170432"/>
                  <a:pt x="0" y="908431"/>
                  <a:pt x="0" y="585216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414" name="Google Shape;414;p6"/>
          <p:cNvSpPr/>
          <p:nvPr/>
        </p:nvSpPr>
        <p:spPr>
          <a:xfrm>
            <a:off x="10058400" y="4754880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5" name="Google Shape;415;p6"/>
          <p:cNvGrpSpPr/>
          <p:nvPr/>
        </p:nvGrpSpPr>
        <p:grpSpPr>
          <a:xfrm>
            <a:off x="10972800" y="4529138"/>
            <a:ext cx="6400800" cy="737807"/>
            <a:chOff x="0" y="-57150"/>
            <a:chExt cx="8534400" cy="983742"/>
          </a:xfrm>
        </p:grpSpPr>
        <p:sp>
          <p:nvSpPr>
            <p:cNvPr id="416" name="Google Shape;416;p6"/>
            <p:cNvSpPr/>
            <p:nvPr/>
          </p:nvSpPr>
          <p:spPr>
            <a:xfrm>
              <a:off x="0" y="0"/>
              <a:ext cx="8534400" cy="926592"/>
            </a:xfrm>
            <a:custGeom>
              <a:rect b="b" l="l" r="r" t="t"/>
              <a:pathLst>
                <a:path extrusionOk="0"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9469" l="0" r="0" t="-129469"/>
              </a:stretch>
            </a:blipFill>
            <a:ln>
              <a:noFill/>
            </a:ln>
          </p:spPr>
        </p:sp>
        <p:sp>
          <p:nvSpPr>
            <p:cNvPr id="417" name="Google Shape;417;p6"/>
            <p:cNvSpPr txBox="1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Dashboard para Jefatura</a:t>
              </a:r>
              <a:endParaRPr/>
            </a:p>
          </p:txBody>
        </p:sp>
      </p:grpSp>
      <p:grpSp>
        <p:nvGrpSpPr>
          <p:cNvPr id="418" name="Google Shape;418;p6"/>
          <p:cNvGrpSpPr/>
          <p:nvPr/>
        </p:nvGrpSpPr>
        <p:grpSpPr>
          <a:xfrm>
            <a:off x="9875520" y="5340953"/>
            <a:ext cx="7680960" cy="1462183"/>
            <a:chOff x="0" y="-47625"/>
            <a:chExt cx="10241280" cy="1949577"/>
          </a:xfrm>
        </p:grpSpPr>
        <p:sp>
          <p:nvSpPr>
            <p:cNvPr id="419" name="Google Shape;419;p6"/>
            <p:cNvSpPr/>
            <p:nvPr/>
          </p:nvSpPr>
          <p:spPr>
            <a:xfrm>
              <a:off x="0" y="0"/>
              <a:ext cx="10241280" cy="1901952"/>
            </a:xfrm>
            <a:custGeom>
              <a:rect b="b" l="l" r="r" t="t"/>
              <a:pathLst>
                <a:path extrusionOk="0"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919" l="0" r="0" t="-54919"/>
              </a:stretch>
            </a:blipFill>
            <a:ln>
              <a:noFill/>
            </a:ln>
          </p:spPr>
        </p:sp>
        <p:sp>
          <p:nvSpPr>
            <p:cNvPr id="420" name="Google Shape;420;p6"/>
            <p:cNvSpPr txBox="1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KPIs en tiempo real: tickets cerrados, en ejecución y gráfico de barras por nivel de gravedad.</a:t>
              </a:r>
              <a:endParaRPr/>
            </a:p>
          </p:txBody>
        </p:sp>
      </p:grpSp>
      <p:sp>
        <p:nvSpPr>
          <p:cNvPr id="421" name="Google Shape;421;p6"/>
          <p:cNvSpPr/>
          <p:nvPr/>
        </p:nvSpPr>
        <p:spPr>
          <a:xfrm>
            <a:off x="9509760" y="7205472"/>
            <a:ext cx="8229600" cy="2523744"/>
          </a:xfrm>
          <a:custGeom>
            <a:rect b="b" l="l" r="r" t="t"/>
            <a:pathLst>
              <a:path extrusionOk="0" h="3364992" w="1097280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10728960" y="0"/>
                </a:lnTo>
                <a:cubicBezTo>
                  <a:pt x="10863580" y="0"/>
                  <a:pt x="10972800" y="109220"/>
                  <a:pt x="10972800" y="243840"/>
                </a:cubicBezTo>
                <a:lnTo>
                  <a:pt x="10972800" y="3121152"/>
                </a:lnTo>
                <a:cubicBezTo>
                  <a:pt x="10972800" y="3255772"/>
                  <a:pt x="10863580" y="3364992"/>
                  <a:pt x="10728960" y="3364992"/>
                </a:cubicBezTo>
                <a:lnTo>
                  <a:pt x="243840" y="3364992"/>
                </a:lnTo>
                <a:cubicBezTo>
                  <a:pt x="109220" y="3364992"/>
                  <a:pt x="0" y="3255772"/>
                  <a:pt x="0" y="312115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"/>
          <p:cNvSpPr/>
          <p:nvPr/>
        </p:nvSpPr>
        <p:spPr>
          <a:xfrm>
            <a:off x="9875520" y="7388352"/>
            <a:ext cx="877824" cy="877824"/>
          </a:xfrm>
          <a:custGeom>
            <a:rect b="b" l="l" r="r" t="t"/>
            <a:pathLst>
              <a:path extrusionOk="0" h="1170432" w="1170432">
                <a:moveTo>
                  <a:pt x="0" y="585216"/>
                </a:moveTo>
                <a:cubicBezTo>
                  <a:pt x="0" y="262001"/>
                  <a:pt x="262001" y="0"/>
                  <a:pt x="585216" y="0"/>
                </a:cubicBezTo>
                <a:cubicBezTo>
                  <a:pt x="908431" y="0"/>
                  <a:pt x="1170432" y="262001"/>
                  <a:pt x="1170432" y="585216"/>
                </a:cubicBezTo>
                <a:cubicBezTo>
                  <a:pt x="1170432" y="908431"/>
                  <a:pt x="908431" y="1170432"/>
                  <a:pt x="585216" y="1170432"/>
                </a:cubicBezTo>
                <a:cubicBezTo>
                  <a:pt x="262001" y="1170432"/>
                  <a:pt x="0" y="908431"/>
                  <a:pt x="0" y="585216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423" name="Google Shape;423;p6"/>
          <p:cNvSpPr/>
          <p:nvPr/>
        </p:nvSpPr>
        <p:spPr>
          <a:xfrm>
            <a:off x="10058400" y="7534656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4" name="Google Shape;424;p6"/>
          <p:cNvGrpSpPr/>
          <p:nvPr/>
        </p:nvGrpSpPr>
        <p:grpSpPr>
          <a:xfrm>
            <a:off x="10972800" y="7308913"/>
            <a:ext cx="6400800" cy="737807"/>
            <a:chOff x="0" y="-57150"/>
            <a:chExt cx="8534400" cy="983742"/>
          </a:xfrm>
        </p:grpSpPr>
        <p:sp>
          <p:nvSpPr>
            <p:cNvPr id="425" name="Google Shape;425;p6"/>
            <p:cNvSpPr/>
            <p:nvPr/>
          </p:nvSpPr>
          <p:spPr>
            <a:xfrm>
              <a:off x="0" y="0"/>
              <a:ext cx="8534400" cy="926592"/>
            </a:xfrm>
            <a:custGeom>
              <a:rect b="b" l="l" r="r" t="t"/>
              <a:pathLst>
                <a:path extrusionOk="0" h="926592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29469" l="0" r="0" t="-129469"/>
              </a:stretch>
            </a:blipFill>
            <a:ln>
              <a:noFill/>
            </a:ln>
          </p:spPr>
        </p:sp>
        <p:sp>
          <p:nvSpPr>
            <p:cNvPr id="426" name="Google Shape;426;p6"/>
            <p:cNvSpPr txBox="1"/>
            <p:nvPr/>
          </p:nvSpPr>
          <p:spPr>
            <a:xfrm>
              <a:off x="0" y="-57150"/>
              <a:ext cx="8534400" cy="9837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Seguridad Básica</a:t>
              </a:r>
              <a:endParaRPr/>
            </a:p>
          </p:txBody>
        </p:sp>
      </p:grpSp>
      <p:grpSp>
        <p:nvGrpSpPr>
          <p:cNvPr id="427" name="Google Shape;427;p6"/>
          <p:cNvGrpSpPr/>
          <p:nvPr/>
        </p:nvGrpSpPr>
        <p:grpSpPr>
          <a:xfrm>
            <a:off x="9875520" y="8120729"/>
            <a:ext cx="7680960" cy="1462183"/>
            <a:chOff x="0" y="-47625"/>
            <a:chExt cx="10241280" cy="1949577"/>
          </a:xfrm>
        </p:grpSpPr>
        <p:sp>
          <p:nvSpPr>
            <p:cNvPr id="428" name="Google Shape;428;p6"/>
            <p:cNvSpPr/>
            <p:nvPr/>
          </p:nvSpPr>
          <p:spPr>
            <a:xfrm>
              <a:off x="0" y="0"/>
              <a:ext cx="10241280" cy="1901952"/>
            </a:xfrm>
            <a:custGeom>
              <a:rect b="b" l="l" r="r" t="t"/>
              <a:pathLst>
                <a:path extrusionOk="0" h="19019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901952"/>
                  </a:lnTo>
                  <a:lnTo>
                    <a:pt x="0" y="19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4919" l="0" r="0" t="-54919"/>
              </a:stretch>
            </a:blipFill>
            <a:ln>
              <a:noFill/>
            </a:ln>
          </p:spPr>
        </p:sp>
        <p:sp>
          <p:nvSpPr>
            <p:cNvPr id="429" name="Google Shape;429;p6"/>
            <p:cNvSpPr txBox="1"/>
            <p:nvPr/>
          </p:nvSpPr>
          <p:spPr>
            <a:xfrm>
              <a:off x="0" y="-47625"/>
              <a:ext cx="10241280" cy="1949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bcrypt, HTTPS, sesiones con expiración, sin bloqueo de cuenta, 2FA opcional.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7"/>
          <p:cNvGrpSpPr/>
          <p:nvPr/>
        </p:nvGrpSpPr>
        <p:grpSpPr>
          <a:xfrm>
            <a:off x="548640" y="90011"/>
            <a:ext cx="17190721" cy="1303065"/>
            <a:chOff x="0" y="-123825"/>
            <a:chExt cx="22920961" cy="1737420"/>
          </a:xfrm>
        </p:grpSpPr>
        <p:sp>
          <p:nvSpPr>
            <p:cNvPr id="435" name="Google Shape;435;p7"/>
            <p:cNvSpPr/>
            <p:nvPr/>
          </p:nvSpPr>
          <p:spPr>
            <a:xfrm>
              <a:off x="0" y="0"/>
              <a:ext cx="22920961" cy="1613595"/>
            </a:xfrm>
            <a:custGeom>
              <a:rect b="b" l="l" r="r" t="t"/>
              <a:pathLst>
                <a:path extrusionOk="0" h="1613595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613595"/>
                  </a:lnTo>
                  <a:lnTo>
                    <a:pt x="0" y="161359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8334" l="0" r="0" t="-235223"/>
              </a:stretch>
            </a:blipFill>
            <a:ln>
              <a:noFill/>
            </a:ln>
          </p:spPr>
        </p:sp>
        <p:sp>
          <p:nvSpPr>
            <p:cNvPr id="436" name="Google Shape;436;p7"/>
            <p:cNvSpPr txBox="1"/>
            <p:nvPr/>
          </p:nvSpPr>
          <p:spPr>
            <a:xfrm>
              <a:off x="0" y="-123825"/>
              <a:ext cx="22920960" cy="173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REQUERIMIENTOS FUNCIONALES — FORMATO ESA</a:t>
              </a:r>
              <a:endParaRPr/>
            </a:p>
          </p:txBody>
        </p:sp>
      </p:grpSp>
      <p:sp>
        <p:nvSpPr>
          <p:cNvPr id="437" name="Google Shape;437;p7"/>
          <p:cNvSpPr/>
          <p:nvPr/>
        </p:nvSpPr>
        <p:spPr>
          <a:xfrm>
            <a:off x="6415671" y="3131332"/>
            <a:ext cx="10843629" cy="6201254"/>
          </a:xfrm>
          <a:custGeom>
            <a:rect b="b" l="l" r="r" t="t"/>
            <a:pathLst>
              <a:path extrusionOk="0" h="6201254" w="10843629">
                <a:moveTo>
                  <a:pt x="0" y="0"/>
                </a:moveTo>
                <a:lnTo>
                  <a:pt x="10843629" y="0"/>
                </a:lnTo>
                <a:lnTo>
                  <a:pt x="10843629" y="6201254"/>
                </a:lnTo>
                <a:lnTo>
                  <a:pt x="0" y="620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8" name="Google Shape;438;p7"/>
          <p:cNvSpPr txBox="1"/>
          <p:nvPr/>
        </p:nvSpPr>
        <p:spPr>
          <a:xfrm>
            <a:off x="1028700" y="1316876"/>
            <a:ext cx="16230600" cy="23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Formato ESA (Especificación de Requisitos), el cual evalúa: necesidad, prioridad, estabilidad, claridad y verificabilidad</a:t>
            </a:r>
            <a:endParaRPr/>
          </a:p>
          <a:p>
            <a:pPr indent="0" lvl="0" marL="0" marR="0" rtl="0" algn="just">
              <a:lnSpc>
                <a:spcPct val="196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955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9" name="Google Shape;439;p7"/>
          <p:cNvSpPr txBox="1"/>
          <p:nvPr/>
        </p:nvSpPr>
        <p:spPr>
          <a:xfrm>
            <a:off x="760867" y="3487447"/>
            <a:ext cx="5149505" cy="52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escala utilizada es:</a:t>
            </a:r>
            <a:endParaRPr/>
          </a:p>
          <a:p>
            <a:pPr indent="0" lvl="0" marL="0" marR="0" rtl="0" algn="l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= Alta</a:t>
            </a:r>
            <a:endParaRPr/>
          </a:p>
          <a:p>
            <a:pPr indent="0" lvl="0" marL="0" marR="0" rtl="0" algn="l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= Media</a:t>
            </a:r>
            <a:endParaRPr/>
          </a:p>
          <a:p>
            <a:pPr indent="0" lvl="0" marL="0" marR="0" rtl="0" algn="l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= Baja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8"/>
          <p:cNvSpPr/>
          <p:nvPr/>
        </p:nvSpPr>
        <p:spPr>
          <a:xfrm>
            <a:off x="5050818" y="1382120"/>
            <a:ext cx="8186364" cy="8420965"/>
          </a:xfrm>
          <a:custGeom>
            <a:rect b="b" l="l" r="r" t="t"/>
            <a:pathLst>
              <a:path extrusionOk="0" h="8420965" w="8186364">
                <a:moveTo>
                  <a:pt x="0" y="0"/>
                </a:moveTo>
                <a:lnTo>
                  <a:pt x="8186364" y="0"/>
                </a:lnTo>
                <a:lnTo>
                  <a:pt x="8186364" y="8420966"/>
                </a:lnTo>
                <a:lnTo>
                  <a:pt x="0" y="84209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5" name="Google Shape;445;p8"/>
          <p:cNvGrpSpPr/>
          <p:nvPr/>
        </p:nvGrpSpPr>
        <p:grpSpPr>
          <a:xfrm>
            <a:off x="788670" y="-213224"/>
            <a:ext cx="16710660" cy="2004297"/>
            <a:chOff x="0" y="-123825"/>
            <a:chExt cx="22280880" cy="2672396"/>
          </a:xfrm>
        </p:grpSpPr>
        <p:sp>
          <p:nvSpPr>
            <p:cNvPr id="446" name="Google Shape;446;p8"/>
            <p:cNvSpPr/>
            <p:nvPr/>
          </p:nvSpPr>
          <p:spPr>
            <a:xfrm>
              <a:off x="0" y="0"/>
              <a:ext cx="22280880" cy="2548570"/>
            </a:xfrm>
            <a:custGeom>
              <a:rect b="b" l="l" r="r" t="t"/>
              <a:pathLst>
                <a:path extrusionOk="0"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01553" l="0" r="-2872" t="-148931"/>
              </a:stretch>
            </a:blipFill>
            <a:ln>
              <a:noFill/>
            </a:ln>
          </p:spPr>
        </p:sp>
        <p:sp>
          <p:nvSpPr>
            <p:cNvPr id="447" name="Google Shape;447;p8"/>
            <p:cNvSpPr txBox="1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CU-08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" name="Google Shape;452;p9"/>
          <p:cNvGrpSpPr/>
          <p:nvPr/>
        </p:nvGrpSpPr>
        <p:grpSpPr>
          <a:xfrm>
            <a:off x="788670" y="-213224"/>
            <a:ext cx="16710660" cy="2004297"/>
            <a:chOff x="0" y="-123825"/>
            <a:chExt cx="22280880" cy="2672396"/>
          </a:xfrm>
        </p:grpSpPr>
        <p:sp>
          <p:nvSpPr>
            <p:cNvPr id="453" name="Google Shape;453;p9"/>
            <p:cNvSpPr/>
            <p:nvPr/>
          </p:nvSpPr>
          <p:spPr>
            <a:xfrm>
              <a:off x="0" y="0"/>
              <a:ext cx="22280880" cy="2548570"/>
            </a:xfrm>
            <a:custGeom>
              <a:rect b="b" l="l" r="r" t="t"/>
              <a:pathLst>
                <a:path extrusionOk="0"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553" l="0" r="-2872" t="-148931"/>
              </a:stretch>
            </a:blipFill>
            <a:ln>
              <a:noFill/>
            </a:ln>
          </p:spPr>
        </p:sp>
        <p:sp>
          <p:nvSpPr>
            <p:cNvPr id="454" name="Google Shape;454;p9"/>
            <p:cNvSpPr txBox="1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CU-08</a:t>
              </a:r>
              <a:endParaRPr/>
            </a:p>
          </p:txBody>
        </p:sp>
      </p:grpSp>
      <p:sp>
        <p:nvSpPr>
          <p:cNvPr id="455" name="Google Shape;455;p9"/>
          <p:cNvSpPr/>
          <p:nvPr/>
        </p:nvSpPr>
        <p:spPr>
          <a:xfrm>
            <a:off x="766844" y="1871779"/>
            <a:ext cx="16754313" cy="7110111"/>
          </a:xfrm>
          <a:custGeom>
            <a:rect b="b" l="l" r="r" t="t"/>
            <a:pathLst>
              <a:path extrusionOk="0" h="7110111" w="16754313">
                <a:moveTo>
                  <a:pt x="0" y="0"/>
                </a:moveTo>
                <a:lnTo>
                  <a:pt x="16754312" y="0"/>
                </a:lnTo>
                <a:lnTo>
                  <a:pt x="16754312" y="7110112"/>
                </a:lnTo>
                <a:lnTo>
                  <a:pt x="0" y="7110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10"/>
          <p:cNvGrpSpPr/>
          <p:nvPr/>
        </p:nvGrpSpPr>
        <p:grpSpPr>
          <a:xfrm>
            <a:off x="788670" y="-213224"/>
            <a:ext cx="16710660" cy="2004297"/>
            <a:chOff x="0" y="-123825"/>
            <a:chExt cx="22280880" cy="2672396"/>
          </a:xfrm>
        </p:grpSpPr>
        <p:sp>
          <p:nvSpPr>
            <p:cNvPr id="461" name="Google Shape;461;p10"/>
            <p:cNvSpPr/>
            <p:nvPr/>
          </p:nvSpPr>
          <p:spPr>
            <a:xfrm>
              <a:off x="0" y="0"/>
              <a:ext cx="22280880" cy="2548570"/>
            </a:xfrm>
            <a:custGeom>
              <a:rect b="b" l="l" r="r" t="t"/>
              <a:pathLst>
                <a:path extrusionOk="0"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553" l="0" r="-2872" t="-148931"/>
              </a:stretch>
            </a:blipFill>
            <a:ln>
              <a:noFill/>
            </a:ln>
          </p:spPr>
        </p:sp>
        <p:sp>
          <p:nvSpPr>
            <p:cNvPr id="462" name="Google Shape;462;p10"/>
            <p:cNvSpPr txBox="1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Vista en el sistema CU-08</a:t>
              </a:r>
              <a:endParaRPr/>
            </a:p>
          </p:txBody>
        </p:sp>
      </p:grpSp>
      <p:sp>
        <p:nvSpPr>
          <p:cNvPr id="463" name="Google Shape;463;p10"/>
          <p:cNvSpPr/>
          <p:nvPr/>
        </p:nvSpPr>
        <p:spPr>
          <a:xfrm>
            <a:off x="3921872" y="1471533"/>
            <a:ext cx="10444256" cy="8133465"/>
          </a:xfrm>
          <a:custGeom>
            <a:rect b="b" l="l" r="r" t="t"/>
            <a:pathLst>
              <a:path extrusionOk="0" h="8133465" w="10444256">
                <a:moveTo>
                  <a:pt x="0" y="0"/>
                </a:moveTo>
                <a:lnTo>
                  <a:pt x="10444256" y="0"/>
                </a:lnTo>
                <a:lnTo>
                  <a:pt x="10444256" y="8133465"/>
                </a:lnTo>
                <a:lnTo>
                  <a:pt x="0" y="81334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11"/>
          <p:cNvGrpSpPr/>
          <p:nvPr/>
        </p:nvGrpSpPr>
        <p:grpSpPr>
          <a:xfrm>
            <a:off x="788670" y="-345890"/>
            <a:ext cx="16710660" cy="2004297"/>
            <a:chOff x="0" y="-123825"/>
            <a:chExt cx="22280880" cy="2672396"/>
          </a:xfrm>
        </p:grpSpPr>
        <p:sp>
          <p:nvSpPr>
            <p:cNvPr id="469" name="Google Shape;469;p11"/>
            <p:cNvSpPr/>
            <p:nvPr/>
          </p:nvSpPr>
          <p:spPr>
            <a:xfrm>
              <a:off x="0" y="0"/>
              <a:ext cx="22280880" cy="2548570"/>
            </a:xfrm>
            <a:custGeom>
              <a:rect b="b" l="l" r="r" t="t"/>
              <a:pathLst>
                <a:path extrusionOk="0"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553" l="0" r="-2872" t="-148931"/>
              </a:stretch>
            </a:blipFill>
            <a:ln>
              <a:noFill/>
            </a:ln>
          </p:spPr>
        </p:sp>
        <p:sp>
          <p:nvSpPr>
            <p:cNvPr id="470" name="Google Shape;470;p11"/>
            <p:cNvSpPr txBox="1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CU-35</a:t>
              </a:r>
              <a:endParaRPr/>
            </a:p>
          </p:txBody>
        </p:sp>
      </p:grpSp>
      <p:sp>
        <p:nvSpPr>
          <p:cNvPr id="471" name="Google Shape;471;p11"/>
          <p:cNvSpPr/>
          <p:nvPr/>
        </p:nvSpPr>
        <p:spPr>
          <a:xfrm>
            <a:off x="5509270" y="1283386"/>
            <a:ext cx="7269461" cy="8691480"/>
          </a:xfrm>
          <a:custGeom>
            <a:rect b="b" l="l" r="r" t="t"/>
            <a:pathLst>
              <a:path extrusionOk="0" h="8691480" w="7269461">
                <a:moveTo>
                  <a:pt x="0" y="0"/>
                </a:moveTo>
                <a:lnTo>
                  <a:pt x="7269460" y="0"/>
                </a:lnTo>
                <a:lnTo>
                  <a:pt x="7269460" y="8691480"/>
                </a:lnTo>
                <a:lnTo>
                  <a:pt x="0" y="8691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12"/>
          <p:cNvGrpSpPr/>
          <p:nvPr/>
        </p:nvGrpSpPr>
        <p:grpSpPr>
          <a:xfrm>
            <a:off x="788670" y="-213224"/>
            <a:ext cx="16710660" cy="2004297"/>
            <a:chOff x="0" y="-123825"/>
            <a:chExt cx="22280880" cy="2672396"/>
          </a:xfrm>
        </p:grpSpPr>
        <p:sp>
          <p:nvSpPr>
            <p:cNvPr id="477" name="Google Shape;477;p12"/>
            <p:cNvSpPr/>
            <p:nvPr/>
          </p:nvSpPr>
          <p:spPr>
            <a:xfrm>
              <a:off x="0" y="0"/>
              <a:ext cx="22280880" cy="2548570"/>
            </a:xfrm>
            <a:custGeom>
              <a:rect b="b" l="l" r="r" t="t"/>
              <a:pathLst>
                <a:path extrusionOk="0"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553" l="0" r="-2872" t="-148931"/>
              </a:stretch>
            </a:blipFill>
            <a:ln>
              <a:noFill/>
            </a:ln>
          </p:spPr>
        </p:sp>
        <p:sp>
          <p:nvSpPr>
            <p:cNvPr id="478" name="Google Shape;478;p12"/>
            <p:cNvSpPr txBox="1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CU-35</a:t>
              </a:r>
              <a:endParaRPr/>
            </a:p>
          </p:txBody>
        </p:sp>
      </p:grpSp>
      <p:sp>
        <p:nvSpPr>
          <p:cNvPr id="479" name="Google Shape;479;p12"/>
          <p:cNvSpPr/>
          <p:nvPr/>
        </p:nvSpPr>
        <p:spPr>
          <a:xfrm>
            <a:off x="846790" y="2918565"/>
            <a:ext cx="16594419" cy="4810409"/>
          </a:xfrm>
          <a:custGeom>
            <a:rect b="b" l="l" r="r" t="t"/>
            <a:pathLst>
              <a:path extrusionOk="0" h="4810409" w="16594419">
                <a:moveTo>
                  <a:pt x="0" y="0"/>
                </a:moveTo>
                <a:lnTo>
                  <a:pt x="16594420" y="0"/>
                </a:lnTo>
                <a:lnTo>
                  <a:pt x="16594420" y="4810409"/>
                </a:lnTo>
                <a:lnTo>
                  <a:pt x="0" y="4810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04" r="-30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3"/>
          <p:cNvGrpSpPr/>
          <p:nvPr/>
        </p:nvGrpSpPr>
        <p:grpSpPr>
          <a:xfrm>
            <a:off x="788670" y="-213224"/>
            <a:ext cx="16710660" cy="2004297"/>
            <a:chOff x="0" y="-123825"/>
            <a:chExt cx="22280880" cy="2672396"/>
          </a:xfrm>
        </p:grpSpPr>
        <p:sp>
          <p:nvSpPr>
            <p:cNvPr id="485" name="Google Shape;485;p13"/>
            <p:cNvSpPr/>
            <p:nvPr/>
          </p:nvSpPr>
          <p:spPr>
            <a:xfrm>
              <a:off x="0" y="0"/>
              <a:ext cx="22280880" cy="2548570"/>
            </a:xfrm>
            <a:custGeom>
              <a:rect b="b" l="l" r="r" t="t"/>
              <a:pathLst>
                <a:path extrusionOk="0" h="2548570" w="22280880">
                  <a:moveTo>
                    <a:pt x="0" y="0"/>
                  </a:moveTo>
                  <a:lnTo>
                    <a:pt x="22280880" y="0"/>
                  </a:lnTo>
                  <a:lnTo>
                    <a:pt x="22280880" y="2548570"/>
                  </a:lnTo>
                  <a:lnTo>
                    <a:pt x="0" y="254857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1553" l="0" r="-2872" t="-148931"/>
              </a:stretch>
            </a:blipFill>
            <a:ln>
              <a:noFill/>
            </a:ln>
          </p:spPr>
        </p:sp>
        <p:sp>
          <p:nvSpPr>
            <p:cNvPr id="486" name="Google Shape;486;p13"/>
            <p:cNvSpPr txBox="1"/>
            <p:nvPr/>
          </p:nvSpPr>
          <p:spPr>
            <a:xfrm>
              <a:off x="0" y="-123825"/>
              <a:ext cx="22280880" cy="2672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Vista en el sistema CU-35</a:t>
              </a:r>
              <a:endParaRPr/>
            </a:p>
          </p:txBody>
        </p:sp>
      </p:grpSp>
      <p:sp>
        <p:nvSpPr>
          <p:cNvPr id="487" name="Google Shape;487;p13"/>
          <p:cNvSpPr/>
          <p:nvPr/>
        </p:nvSpPr>
        <p:spPr>
          <a:xfrm>
            <a:off x="4745986" y="1397145"/>
            <a:ext cx="8796027" cy="8554137"/>
          </a:xfrm>
          <a:custGeom>
            <a:rect b="b" l="l" r="r" t="t"/>
            <a:pathLst>
              <a:path extrusionOk="0" h="8554137" w="8796027">
                <a:moveTo>
                  <a:pt x="0" y="0"/>
                </a:moveTo>
                <a:lnTo>
                  <a:pt x="8796028" y="0"/>
                </a:lnTo>
                <a:lnTo>
                  <a:pt x="8796028" y="8554136"/>
                </a:lnTo>
                <a:lnTo>
                  <a:pt x="0" y="855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14"/>
          <p:cNvGrpSpPr/>
          <p:nvPr/>
        </p:nvGrpSpPr>
        <p:grpSpPr>
          <a:xfrm>
            <a:off x="548640" y="-248419"/>
            <a:ext cx="17190721" cy="2210321"/>
            <a:chOff x="0" y="-114300"/>
            <a:chExt cx="22920961" cy="2947095"/>
          </a:xfrm>
        </p:grpSpPr>
        <p:sp>
          <p:nvSpPr>
            <p:cNvPr id="497" name="Google Shape;497;p14"/>
            <p:cNvSpPr/>
            <p:nvPr/>
          </p:nvSpPr>
          <p:spPr>
            <a:xfrm>
              <a:off x="0" y="0"/>
              <a:ext cx="22920961" cy="2832795"/>
            </a:xfrm>
            <a:custGeom>
              <a:rect b="b" l="l" r="r" t="t"/>
              <a:pathLst>
                <a:path extrusionOk="0" h="2832795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832795"/>
                  </a:lnTo>
                  <a:lnTo>
                    <a:pt x="0" y="283279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330" l="0" r="0" t="-133988"/>
              </a:stretch>
            </a:blipFill>
            <a:ln>
              <a:noFill/>
            </a:ln>
          </p:spPr>
        </p:sp>
        <p:sp>
          <p:nvSpPr>
            <p:cNvPr id="498" name="Google Shape;498;p14"/>
            <p:cNvSpPr txBox="1"/>
            <p:nvPr/>
          </p:nvSpPr>
          <p:spPr>
            <a:xfrm>
              <a:off x="0" y="-114300"/>
              <a:ext cx="22920960" cy="2947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VISTA DE DESARROLLO — DIAGRAMA DE COMPONENTES</a:t>
              </a:r>
              <a:endParaRPr/>
            </a:p>
          </p:txBody>
        </p:sp>
      </p:grpSp>
      <p:sp>
        <p:nvSpPr>
          <p:cNvPr id="499" name="Google Shape;499;p14"/>
          <p:cNvSpPr/>
          <p:nvPr/>
        </p:nvSpPr>
        <p:spPr>
          <a:xfrm>
            <a:off x="548640" y="2180977"/>
            <a:ext cx="17190719" cy="1499616"/>
          </a:xfrm>
          <a:custGeom>
            <a:rect b="b" l="l" r="r" t="t"/>
            <a:pathLst>
              <a:path extrusionOk="0" h="1999488" w="22920959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22725887" y="0"/>
                </a:lnTo>
                <a:cubicBezTo>
                  <a:pt x="22833583" y="0"/>
                  <a:pt x="22920959" y="87376"/>
                  <a:pt x="22920959" y="195072"/>
                </a:cubicBezTo>
                <a:lnTo>
                  <a:pt x="22920959" y="1804416"/>
                </a:lnTo>
                <a:cubicBezTo>
                  <a:pt x="22920959" y="1912112"/>
                  <a:pt x="22833583" y="1999488"/>
                  <a:pt x="22725887" y="1999488"/>
                </a:cubicBezTo>
                <a:lnTo>
                  <a:pt x="195072" y="1999488"/>
                </a:lnTo>
                <a:cubicBezTo>
                  <a:pt x="87376" y="1999488"/>
                  <a:pt x="0" y="1912112"/>
                  <a:pt x="0" y="1804416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548640" y="2180977"/>
            <a:ext cx="3474720" cy="1499616"/>
          </a:xfrm>
          <a:custGeom>
            <a:rect b="b" l="l" r="r" t="t"/>
            <a:pathLst>
              <a:path extrusionOk="0" h="1999488" w="4632960">
                <a:moveTo>
                  <a:pt x="0" y="0"/>
                </a:moveTo>
                <a:lnTo>
                  <a:pt x="4632960" y="0"/>
                </a:lnTo>
                <a:lnTo>
                  <a:pt x="4632960" y="1999488"/>
                </a:lnTo>
                <a:lnTo>
                  <a:pt x="0" y="1999488"/>
                </a:lnTo>
                <a:close/>
              </a:path>
            </a:pathLst>
          </a:custGeom>
          <a:solidFill>
            <a:srgbClr val="4A9FD5"/>
          </a:solidFill>
          <a:ln>
            <a:noFill/>
          </a:ln>
        </p:spPr>
      </p:sp>
      <p:grpSp>
        <p:nvGrpSpPr>
          <p:cNvPr id="501" name="Google Shape;501;p14"/>
          <p:cNvGrpSpPr/>
          <p:nvPr/>
        </p:nvGrpSpPr>
        <p:grpSpPr>
          <a:xfrm>
            <a:off x="548640" y="2152402"/>
            <a:ext cx="3474720" cy="1528191"/>
            <a:chOff x="0" y="-38100"/>
            <a:chExt cx="4632960" cy="2037588"/>
          </a:xfrm>
        </p:grpSpPr>
        <p:sp>
          <p:nvSpPr>
            <p:cNvPr id="502" name="Google Shape;502;p14"/>
            <p:cNvSpPr/>
            <p:nvPr/>
          </p:nvSpPr>
          <p:spPr>
            <a:xfrm>
              <a:off x="0" y="0"/>
              <a:ext cx="4632960" cy="1999488"/>
            </a:xfrm>
            <a:custGeom>
              <a:rect b="b" l="l" r="r" t="t"/>
              <a:pathLst>
                <a:path extrusionOk="0"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373" r="-5373" t="0"/>
              </a:stretch>
            </a:blipFill>
            <a:ln>
              <a:noFill/>
            </a:ln>
          </p:spPr>
        </p:sp>
        <p:sp>
          <p:nvSpPr>
            <p:cNvPr id="503" name="Google Shape;503;p14"/>
            <p:cNvSpPr txBox="1"/>
            <p:nvPr/>
          </p:nvSpPr>
          <p:spPr>
            <a:xfrm>
              <a:off x="0" y="-38100"/>
              <a:ext cx="4632960" cy="2037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CAPA DE PRESENTACIÓN</a:t>
              </a:r>
              <a:endParaRPr/>
            </a:p>
          </p:txBody>
        </p:sp>
      </p:grpSp>
      <p:sp>
        <p:nvSpPr>
          <p:cNvPr descr="preencoded.png" id="504" name="Google Shape;504;p14"/>
          <p:cNvSpPr/>
          <p:nvPr/>
        </p:nvSpPr>
        <p:spPr>
          <a:xfrm>
            <a:off x="4297680" y="2546737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0"/>
                </a:moveTo>
                <a:lnTo>
                  <a:pt x="975360" y="0"/>
                </a:lnTo>
                <a:lnTo>
                  <a:pt x="975360" y="975360"/>
                </a:lnTo>
                <a:lnTo>
                  <a:pt x="0" y="975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5" name="Google Shape;505;p14"/>
          <p:cNvGrpSpPr/>
          <p:nvPr/>
        </p:nvGrpSpPr>
        <p:grpSpPr>
          <a:xfrm>
            <a:off x="5212080" y="2335282"/>
            <a:ext cx="12252960" cy="1162431"/>
            <a:chOff x="0" y="-38100"/>
            <a:chExt cx="16337280" cy="1549908"/>
          </a:xfrm>
        </p:grpSpPr>
        <p:sp>
          <p:nvSpPr>
            <p:cNvPr id="506" name="Google Shape;506;p14"/>
            <p:cNvSpPr/>
            <p:nvPr/>
          </p:nvSpPr>
          <p:spPr>
            <a:xfrm>
              <a:off x="0" y="0"/>
              <a:ext cx="16337280" cy="1511808"/>
            </a:xfrm>
            <a:custGeom>
              <a:rect b="b" l="l" r="r" t="t"/>
              <a:pathLst>
                <a:path extrusionOk="0" h="1511808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0562" l="0" r="0" t="-160562"/>
              </a:stretch>
            </a:blipFill>
            <a:ln>
              <a:noFill/>
            </a:ln>
          </p:spPr>
        </p:sp>
        <p:sp>
          <p:nvSpPr>
            <p:cNvPr id="507" name="Google Shape;507;p14"/>
            <p:cNvSpPr txBox="1"/>
            <p:nvPr/>
          </p:nvSpPr>
          <p:spPr>
            <a:xfrm>
              <a:off x="0" y="-38100"/>
              <a:ext cx="16337280" cy="1549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Cliente Web (Alpine.js + HTML5)</a:t>
              </a:r>
              <a:endParaRPr/>
            </a:p>
          </p:txBody>
        </p:sp>
      </p:grpSp>
      <p:sp>
        <p:nvSpPr>
          <p:cNvPr id="508" name="Google Shape;508;p14"/>
          <p:cNvSpPr/>
          <p:nvPr/>
        </p:nvSpPr>
        <p:spPr>
          <a:xfrm>
            <a:off x="548640" y="3826897"/>
            <a:ext cx="17190719" cy="1499616"/>
          </a:xfrm>
          <a:custGeom>
            <a:rect b="b" l="l" r="r" t="t"/>
            <a:pathLst>
              <a:path extrusionOk="0" h="1999488" w="22920959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22725887" y="0"/>
                </a:lnTo>
                <a:cubicBezTo>
                  <a:pt x="22833583" y="0"/>
                  <a:pt x="22920959" y="87376"/>
                  <a:pt x="22920959" y="195072"/>
                </a:cubicBezTo>
                <a:lnTo>
                  <a:pt x="22920959" y="1804416"/>
                </a:lnTo>
                <a:cubicBezTo>
                  <a:pt x="22920959" y="1912112"/>
                  <a:pt x="22833583" y="1999488"/>
                  <a:pt x="22725887" y="1999488"/>
                </a:cubicBezTo>
                <a:lnTo>
                  <a:pt x="195072" y="1999488"/>
                </a:lnTo>
                <a:cubicBezTo>
                  <a:pt x="87376" y="1999488"/>
                  <a:pt x="0" y="1912112"/>
                  <a:pt x="0" y="1804416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548640" y="3826897"/>
            <a:ext cx="3474720" cy="1499616"/>
          </a:xfrm>
          <a:custGeom>
            <a:rect b="b" l="l" r="r" t="t"/>
            <a:pathLst>
              <a:path extrusionOk="0" h="1999488" w="4632960">
                <a:moveTo>
                  <a:pt x="0" y="0"/>
                </a:moveTo>
                <a:lnTo>
                  <a:pt x="4632960" y="0"/>
                </a:lnTo>
                <a:lnTo>
                  <a:pt x="4632960" y="1999488"/>
                </a:lnTo>
                <a:lnTo>
                  <a:pt x="0" y="1999488"/>
                </a:lnTo>
                <a:close/>
              </a:path>
            </a:pathLst>
          </a:custGeom>
          <a:solidFill>
            <a:srgbClr val="F5C542"/>
          </a:solidFill>
          <a:ln>
            <a:noFill/>
          </a:ln>
        </p:spPr>
      </p:sp>
      <p:grpSp>
        <p:nvGrpSpPr>
          <p:cNvPr id="510" name="Google Shape;510;p14"/>
          <p:cNvGrpSpPr/>
          <p:nvPr/>
        </p:nvGrpSpPr>
        <p:grpSpPr>
          <a:xfrm>
            <a:off x="548640" y="3798322"/>
            <a:ext cx="3474720" cy="1528191"/>
            <a:chOff x="0" y="-38100"/>
            <a:chExt cx="4632960" cy="2037588"/>
          </a:xfrm>
        </p:grpSpPr>
        <p:sp>
          <p:nvSpPr>
            <p:cNvPr id="511" name="Google Shape;511;p14"/>
            <p:cNvSpPr/>
            <p:nvPr/>
          </p:nvSpPr>
          <p:spPr>
            <a:xfrm>
              <a:off x="0" y="0"/>
              <a:ext cx="4632960" cy="1999488"/>
            </a:xfrm>
            <a:custGeom>
              <a:rect b="b" l="l" r="r" t="t"/>
              <a:pathLst>
                <a:path extrusionOk="0"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373" r="-5373" t="0"/>
              </a:stretch>
            </a:blipFill>
            <a:ln>
              <a:noFill/>
            </a:ln>
          </p:spPr>
        </p:sp>
        <p:sp>
          <p:nvSpPr>
            <p:cNvPr id="512" name="Google Shape;512;p14"/>
            <p:cNvSpPr txBox="1"/>
            <p:nvPr/>
          </p:nvSpPr>
          <p:spPr>
            <a:xfrm>
              <a:off x="0" y="-38100"/>
              <a:ext cx="4632960" cy="2037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API GATEWAY</a:t>
              </a:r>
              <a:endParaRPr/>
            </a:p>
          </p:txBody>
        </p:sp>
      </p:grpSp>
      <p:sp>
        <p:nvSpPr>
          <p:cNvPr descr="preencoded.png" id="513" name="Google Shape;513;p14"/>
          <p:cNvSpPr/>
          <p:nvPr/>
        </p:nvSpPr>
        <p:spPr>
          <a:xfrm>
            <a:off x="4297680" y="4192657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0"/>
                </a:moveTo>
                <a:lnTo>
                  <a:pt x="975360" y="0"/>
                </a:lnTo>
                <a:lnTo>
                  <a:pt x="975360" y="975360"/>
                </a:lnTo>
                <a:lnTo>
                  <a:pt x="0" y="975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4" name="Google Shape;514;p14"/>
          <p:cNvGrpSpPr/>
          <p:nvPr/>
        </p:nvGrpSpPr>
        <p:grpSpPr>
          <a:xfrm>
            <a:off x="5212080" y="3981202"/>
            <a:ext cx="12252960" cy="1162431"/>
            <a:chOff x="0" y="-38100"/>
            <a:chExt cx="16337280" cy="1549908"/>
          </a:xfrm>
        </p:grpSpPr>
        <p:sp>
          <p:nvSpPr>
            <p:cNvPr id="515" name="Google Shape;515;p14"/>
            <p:cNvSpPr/>
            <p:nvPr/>
          </p:nvSpPr>
          <p:spPr>
            <a:xfrm>
              <a:off x="0" y="0"/>
              <a:ext cx="16337280" cy="1511808"/>
            </a:xfrm>
            <a:custGeom>
              <a:rect b="b" l="l" r="r" t="t"/>
              <a:pathLst>
                <a:path extrusionOk="0" h="1511808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0562" l="0" r="0" t="-160562"/>
              </a:stretch>
            </a:blipFill>
            <a:ln>
              <a:noFill/>
            </a:ln>
          </p:spPr>
        </p:sp>
        <p:sp>
          <p:nvSpPr>
            <p:cNvPr id="516" name="Google Shape;516;p14"/>
            <p:cNvSpPr txBox="1"/>
            <p:nvPr/>
          </p:nvSpPr>
          <p:spPr>
            <a:xfrm>
              <a:off x="0" y="-38100"/>
              <a:ext cx="16337280" cy="1549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Nginx — Reverse Proxy + TLS</a:t>
              </a:r>
              <a:endParaRPr/>
            </a:p>
          </p:txBody>
        </p:sp>
      </p:grpSp>
      <p:sp>
        <p:nvSpPr>
          <p:cNvPr id="517" name="Google Shape;517;p14"/>
          <p:cNvSpPr/>
          <p:nvPr/>
        </p:nvSpPr>
        <p:spPr>
          <a:xfrm>
            <a:off x="548640" y="5472817"/>
            <a:ext cx="17190719" cy="1499616"/>
          </a:xfrm>
          <a:custGeom>
            <a:rect b="b" l="l" r="r" t="t"/>
            <a:pathLst>
              <a:path extrusionOk="0" h="1999488" w="22920959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22725887" y="0"/>
                </a:lnTo>
                <a:cubicBezTo>
                  <a:pt x="22833583" y="0"/>
                  <a:pt x="22920959" y="87376"/>
                  <a:pt x="22920959" y="195072"/>
                </a:cubicBezTo>
                <a:lnTo>
                  <a:pt x="22920959" y="1804416"/>
                </a:lnTo>
                <a:cubicBezTo>
                  <a:pt x="22920959" y="1912112"/>
                  <a:pt x="22833583" y="1999488"/>
                  <a:pt x="22725887" y="1999488"/>
                </a:cubicBezTo>
                <a:lnTo>
                  <a:pt x="195072" y="1999488"/>
                </a:lnTo>
                <a:cubicBezTo>
                  <a:pt x="87376" y="1999488"/>
                  <a:pt x="0" y="1912112"/>
                  <a:pt x="0" y="1804416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548640" y="5472817"/>
            <a:ext cx="3474720" cy="1499616"/>
          </a:xfrm>
          <a:custGeom>
            <a:rect b="b" l="l" r="r" t="t"/>
            <a:pathLst>
              <a:path extrusionOk="0" h="1999488" w="4632960">
                <a:moveTo>
                  <a:pt x="0" y="0"/>
                </a:moveTo>
                <a:lnTo>
                  <a:pt x="4632960" y="0"/>
                </a:lnTo>
                <a:lnTo>
                  <a:pt x="4632960" y="1999488"/>
                </a:lnTo>
                <a:lnTo>
                  <a:pt x="0" y="1999488"/>
                </a:lnTo>
                <a:close/>
              </a:path>
            </a:pathLst>
          </a:custGeom>
          <a:solidFill>
            <a:srgbClr val="2ECC71"/>
          </a:solidFill>
          <a:ln>
            <a:noFill/>
          </a:ln>
        </p:spPr>
      </p:sp>
      <p:grpSp>
        <p:nvGrpSpPr>
          <p:cNvPr id="519" name="Google Shape;519;p14"/>
          <p:cNvGrpSpPr/>
          <p:nvPr/>
        </p:nvGrpSpPr>
        <p:grpSpPr>
          <a:xfrm>
            <a:off x="548640" y="5444242"/>
            <a:ext cx="3474720" cy="1528191"/>
            <a:chOff x="0" y="-38100"/>
            <a:chExt cx="4632960" cy="2037588"/>
          </a:xfrm>
        </p:grpSpPr>
        <p:sp>
          <p:nvSpPr>
            <p:cNvPr id="520" name="Google Shape;520;p14"/>
            <p:cNvSpPr/>
            <p:nvPr/>
          </p:nvSpPr>
          <p:spPr>
            <a:xfrm>
              <a:off x="0" y="0"/>
              <a:ext cx="4632960" cy="1999488"/>
            </a:xfrm>
            <a:custGeom>
              <a:rect b="b" l="l" r="r" t="t"/>
              <a:pathLst>
                <a:path extrusionOk="0"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373" r="-5373" t="0"/>
              </a:stretch>
            </a:blipFill>
            <a:ln>
              <a:noFill/>
            </a:ln>
          </p:spPr>
        </p:sp>
        <p:sp>
          <p:nvSpPr>
            <p:cNvPr id="521" name="Google Shape;521;p14"/>
            <p:cNvSpPr txBox="1"/>
            <p:nvPr/>
          </p:nvSpPr>
          <p:spPr>
            <a:xfrm>
              <a:off x="0" y="-38100"/>
              <a:ext cx="4632960" cy="2037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CAPA DE NEGOCIO</a:t>
              </a:r>
              <a:endParaRPr/>
            </a:p>
          </p:txBody>
        </p:sp>
      </p:grpSp>
      <p:sp>
        <p:nvSpPr>
          <p:cNvPr descr="preencoded.png" id="522" name="Google Shape;522;p14"/>
          <p:cNvSpPr/>
          <p:nvPr/>
        </p:nvSpPr>
        <p:spPr>
          <a:xfrm>
            <a:off x="4297680" y="5838577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0"/>
                </a:moveTo>
                <a:lnTo>
                  <a:pt x="975360" y="0"/>
                </a:lnTo>
                <a:lnTo>
                  <a:pt x="975360" y="975360"/>
                </a:lnTo>
                <a:lnTo>
                  <a:pt x="0" y="975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23" name="Google Shape;523;p14"/>
          <p:cNvGrpSpPr/>
          <p:nvPr/>
        </p:nvGrpSpPr>
        <p:grpSpPr>
          <a:xfrm>
            <a:off x="5212080" y="5627122"/>
            <a:ext cx="12252960" cy="1162431"/>
            <a:chOff x="0" y="-38100"/>
            <a:chExt cx="16337280" cy="1549908"/>
          </a:xfrm>
        </p:grpSpPr>
        <p:sp>
          <p:nvSpPr>
            <p:cNvPr id="524" name="Google Shape;524;p14"/>
            <p:cNvSpPr/>
            <p:nvPr/>
          </p:nvSpPr>
          <p:spPr>
            <a:xfrm>
              <a:off x="0" y="0"/>
              <a:ext cx="16337280" cy="1511808"/>
            </a:xfrm>
            <a:custGeom>
              <a:rect b="b" l="l" r="r" t="t"/>
              <a:pathLst>
                <a:path extrusionOk="0" h="1511808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0562" l="0" r="0" t="-160562"/>
              </a:stretch>
            </a:blipFill>
            <a:ln>
              <a:noFill/>
            </a:ln>
          </p:spPr>
        </p:sp>
        <p:sp>
          <p:nvSpPr>
            <p:cNvPr id="525" name="Google Shape;525;p14"/>
            <p:cNvSpPr txBox="1"/>
            <p:nvPr/>
          </p:nvSpPr>
          <p:spPr>
            <a:xfrm>
              <a:off x="0" y="-38100"/>
              <a:ext cx="16337280" cy="1549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Serv. Autenticación · Serv. Tickets · Serv. Notificaciones · Serv. KB · Motor Asignación</a:t>
              </a:r>
              <a:endParaRPr/>
            </a:p>
          </p:txBody>
        </p:sp>
      </p:grpSp>
      <p:sp>
        <p:nvSpPr>
          <p:cNvPr id="526" name="Google Shape;526;p14"/>
          <p:cNvSpPr/>
          <p:nvPr/>
        </p:nvSpPr>
        <p:spPr>
          <a:xfrm>
            <a:off x="548640" y="7118737"/>
            <a:ext cx="17190719" cy="1499616"/>
          </a:xfrm>
          <a:custGeom>
            <a:rect b="b" l="l" r="r" t="t"/>
            <a:pathLst>
              <a:path extrusionOk="0" h="1999488" w="22920959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22725887" y="0"/>
                </a:lnTo>
                <a:cubicBezTo>
                  <a:pt x="22833583" y="0"/>
                  <a:pt x="22920959" y="87376"/>
                  <a:pt x="22920959" y="195072"/>
                </a:cubicBezTo>
                <a:lnTo>
                  <a:pt x="22920959" y="1804416"/>
                </a:lnTo>
                <a:cubicBezTo>
                  <a:pt x="22920959" y="1912112"/>
                  <a:pt x="22833583" y="1999488"/>
                  <a:pt x="22725887" y="1999488"/>
                </a:cubicBezTo>
                <a:lnTo>
                  <a:pt x="195072" y="1999488"/>
                </a:lnTo>
                <a:cubicBezTo>
                  <a:pt x="87376" y="1999488"/>
                  <a:pt x="0" y="1912112"/>
                  <a:pt x="0" y="1804416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548640" y="7118737"/>
            <a:ext cx="3474720" cy="1499616"/>
          </a:xfrm>
          <a:custGeom>
            <a:rect b="b" l="l" r="r" t="t"/>
            <a:pathLst>
              <a:path extrusionOk="0" h="1999488" w="4632960">
                <a:moveTo>
                  <a:pt x="0" y="0"/>
                </a:moveTo>
                <a:lnTo>
                  <a:pt x="4632960" y="0"/>
                </a:lnTo>
                <a:lnTo>
                  <a:pt x="4632960" y="1999488"/>
                </a:lnTo>
                <a:lnTo>
                  <a:pt x="0" y="1999488"/>
                </a:lnTo>
                <a:close/>
              </a:path>
            </a:pathLst>
          </a:custGeom>
          <a:solidFill>
            <a:srgbClr val="9B59B6"/>
          </a:solidFill>
          <a:ln>
            <a:noFill/>
          </a:ln>
        </p:spPr>
      </p:sp>
      <p:grpSp>
        <p:nvGrpSpPr>
          <p:cNvPr id="528" name="Google Shape;528;p14"/>
          <p:cNvGrpSpPr/>
          <p:nvPr/>
        </p:nvGrpSpPr>
        <p:grpSpPr>
          <a:xfrm>
            <a:off x="548640" y="7090162"/>
            <a:ext cx="3474720" cy="1528191"/>
            <a:chOff x="0" y="-38100"/>
            <a:chExt cx="4632960" cy="2037588"/>
          </a:xfrm>
        </p:grpSpPr>
        <p:sp>
          <p:nvSpPr>
            <p:cNvPr id="529" name="Google Shape;529;p14"/>
            <p:cNvSpPr/>
            <p:nvPr/>
          </p:nvSpPr>
          <p:spPr>
            <a:xfrm>
              <a:off x="0" y="0"/>
              <a:ext cx="4632960" cy="1999488"/>
            </a:xfrm>
            <a:custGeom>
              <a:rect b="b" l="l" r="r" t="t"/>
              <a:pathLst>
                <a:path extrusionOk="0" h="199948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99488"/>
                  </a:lnTo>
                  <a:lnTo>
                    <a:pt x="0" y="199948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5373" r="-5373" t="0"/>
              </a:stretch>
            </a:blipFill>
            <a:ln>
              <a:noFill/>
            </a:ln>
          </p:spPr>
        </p:sp>
        <p:sp>
          <p:nvSpPr>
            <p:cNvPr id="530" name="Google Shape;530;p14"/>
            <p:cNvSpPr txBox="1"/>
            <p:nvPr/>
          </p:nvSpPr>
          <p:spPr>
            <a:xfrm>
              <a:off x="0" y="-38100"/>
              <a:ext cx="4632960" cy="2037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CAPA DE DATOS</a:t>
              </a:r>
              <a:endParaRPr/>
            </a:p>
          </p:txBody>
        </p:sp>
      </p:grpSp>
      <p:sp>
        <p:nvSpPr>
          <p:cNvPr descr="preencoded.png" id="531" name="Google Shape;531;p14"/>
          <p:cNvSpPr/>
          <p:nvPr/>
        </p:nvSpPr>
        <p:spPr>
          <a:xfrm>
            <a:off x="4297680" y="7484497"/>
            <a:ext cx="731520" cy="731520"/>
          </a:xfrm>
          <a:custGeom>
            <a:rect b="b" l="l" r="r" t="t"/>
            <a:pathLst>
              <a:path extrusionOk="0" h="975360" w="975360">
                <a:moveTo>
                  <a:pt x="0" y="0"/>
                </a:moveTo>
                <a:lnTo>
                  <a:pt x="975360" y="0"/>
                </a:lnTo>
                <a:lnTo>
                  <a:pt x="975360" y="975360"/>
                </a:lnTo>
                <a:lnTo>
                  <a:pt x="0" y="975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2" name="Google Shape;532;p14"/>
          <p:cNvGrpSpPr/>
          <p:nvPr/>
        </p:nvGrpSpPr>
        <p:grpSpPr>
          <a:xfrm>
            <a:off x="5212080" y="7273042"/>
            <a:ext cx="12252960" cy="1162431"/>
            <a:chOff x="0" y="-38100"/>
            <a:chExt cx="16337280" cy="1549908"/>
          </a:xfrm>
        </p:grpSpPr>
        <p:sp>
          <p:nvSpPr>
            <p:cNvPr id="533" name="Google Shape;533;p14"/>
            <p:cNvSpPr/>
            <p:nvPr/>
          </p:nvSpPr>
          <p:spPr>
            <a:xfrm>
              <a:off x="0" y="0"/>
              <a:ext cx="16337280" cy="1511808"/>
            </a:xfrm>
            <a:custGeom>
              <a:rect b="b" l="l" r="r" t="t"/>
              <a:pathLst>
                <a:path extrusionOk="0" h="1511808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11808"/>
                  </a:lnTo>
                  <a:lnTo>
                    <a:pt x="0" y="151180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0562" l="0" r="0" t="-160562"/>
              </a:stretch>
            </a:blipFill>
            <a:ln>
              <a:noFill/>
            </a:ln>
          </p:spPr>
        </p:sp>
        <p:sp>
          <p:nvSpPr>
            <p:cNvPr id="534" name="Google Shape;534;p14"/>
            <p:cNvSpPr txBox="1"/>
            <p:nvPr/>
          </p:nvSpPr>
          <p:spPr>
            <a:xfrm>
              <a:off x="0" y="-38100"/>
              <a:ext cx="16337280" cy="1549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PostgreSQL + Triggers Auditoría + pg_dump Backups</a:t>
              </a:r>
              <a:endParaRPr/>
            </a:p>
          </p:txBody>
        </p:sp>
      </p:grpSp>
      <p:grpSp>
        <p:nvGrpSpPr>
          <p:cNvPr id="535" name="Google Shape;535;p14"/>
          <p:cNvGrpSpPr/>
          <p:nvPr/>
        </p:nvGrpSpPr>
        <p:grpSpPr>
          <a:xfrm>
            <a:off x="548640" y="8613425"/>
            <a:ext cx="17190721" cy="774382"/>
            <a:chOff x="0" y="-57150"/>
            <a:chExt cx="22920961" cy="1032510"/>
          </a:xfrm>
        </p:grpSpPr>
        <p:sp>
          <p:nvSpPr>
            <p:cNvPr id="536" name="Google Shape;536;p14"/>
            <p:cNvSpPr/>
            <p:nvPr/>
          </p:nvSpPr>
          <p:spPr>
            <a:xfrm>
              <a:off x="0" y="0"/>
              <a:ext cx="22920961" cy="975360"/>
            </a:xfrm>
            <a:custGeom>
              <a:rect b="b" l="l" r="r" t="t"/>
              <a:pathLst>
                <a:path extrusionOk="0" h="975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07875" l="0" r="0" t="-407875"/>
              </a:stretch>
            </a:blipFill>
            <a:ln>
              <a:noFill/>
            </a:ln>
          </p:spPr>
        </p:sp>
        <p:sp>
          <p:nvSpPr>
            <p:cNvPr id="537" name="Google Shape;537;p14"/>
            <p:cNvSpPr txBox="1"/>
            <p:nvPr/>
          </p:nvSpPr>
          <p:spPr>
            <a:xfrm>
              <a:off x="0" y="-57150"/>
              <a:ext cx="22920960" cy="1032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STACK TECNOLÓGICO</a:t>
              </a:r>
              <a:endParaRPr/>
            </a:p>
          </p:txBody>
        </p:sp>
      </p:grpSp>
      <p:grpSp>
        <p:nvGrpSpPr>
          <p:cNvPr id="538" name="Google Shape;538;p14"/>
          <p:cNvGrpSpPr/>
          <p:nvPr/>
        </p:nvGrpSpPr>
        <p:grpSpPr>
          <a:xfrm>
            <a:off x="548640" y="9163659"/>
            <a:ext cx="2011680" cy="694087"/>
            <a:chOff x="0" y="-47625"/>
            <a:chExt cx="2682240" cy="925449"/>
          </a:xfrm>
        </p:grpSpPr>
        <p:sp>
          <p:nvSpPr>
            <p:cNvPr id="539" name="Google Shape;539;p14"/>
            <p:cNvSpPr/>
            <p:nvPr/>
          </p:nvSpPr>
          <p:spPr>
            <a:xfrm>
              <a:off x="0" y="0"/>
              <a:ext cx="2682240" cy="877824"/>
            </a:xfrm>
            <a:custGeom>
              <a:rect b="b" l="l" r="r" t="t"/>
              <a:pathLst>
                <a:path extrusionOk="0"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537" l="0" r="0" t="-9537"/>
              </a:stretch>
            </a:blipFill>
            <a:ln>
              <a:noFill/>
            </a:ln>
          </p:spPr>
        </p:sp>
        <p:sp>
          <p:nvSpPr>
            <p:cNvPr id="540" name="Google Shape;540;p14"/>
            <p:cNvSpPr txBox="1"/>
            <p:nvPr/>
          </p:nvSpPr>
          <p:spPr>
            <a:xfrm>
              <a:off x="0" y="-47625"/>
              <a:ext cx="2682240" cy="925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Backend: </a:t>
              </a:r>
              <a:endParaRPr/>
            </a:p>
          </p:txBody>
        </p:sp>
      </p:grpSp>
      <p:grpSp>
        <p:nvGrpSpPr>
          <p:cNvPr id="541" name="Google Shape;541;p14"/>
          <p:cNvGrpSpPr/>
          <p:nvPr/>
        </p:nvGrpSpPr>
        <p:grpSpPr>
          <a:xfrm>
            <a:off x="2558415" y="9163659"/>
            <a:ext cx="3657600" cy="694087"/>
            <a:chOff x="0" y="-47625"/>
            <a:chExt cx="4876800" cy="925449"/>
          </a:xfrm>
        </p:grpSpPr>
        <p:sp>
          <p:nvSpPr>
            <p:cNvPr id="542" name="Google Shape;542;p14"/>
            <p:cNvSpPr/>
            <p:nvPr/>
          </p:nvSpPr>
          <p:spPr>
            <a:xfrm>
              <a:off x="0" y="0"/>
              <a:ext cx="4876800" cy="877824"/>
            </a:xfrm>
            <a:custGeom>
              <a:rect b="b" l="l" r="r" t="t"/>
              <a:pathLst>
                <a:path extrusionOk="0" h="87782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8249" l="0" r="0" t="-58249"/>
              </a:stretch>
            </a:blipFill>
            <a:ln>
              <a:noFill/>
            </a:ln>
          </p:spPr>
        </p:sp>
        <p:sp>
          <p:nvSpPr>
            <p:cNvPr id="543" name="Google Shape;543;p14"/>
            <p:cNvSpPr txBox="1"/>
            <p:nvPr/>
          </p:nvSpPr>
          <p:spPr>
            <a:xfrm>
              <a:off x="0" y="-47625"/>
              <a:ext cx="4876800" cy="925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Node.js + Multer + Nodemailer</a:t>
              </a:r>
              <a:endParaRPr/>
            </a:p>
          </p:txBody>
        </p:sp>
      </p:grpSp>
      <p:grpSp>
        <p:nvGrpSpPr>
          <p:cNvPr id="544" name="Google Shape;544;p14"/>
          <p:cNvGrpSpPr/>
          <p:nvPr/>
        </p:nvGrpSpPr>
        <p:grpSpPr>
          <a:xfrm>
            <a:off x="6398895" y="9163659"/>
            <a:ext cx="2011680" cy="694087"/>
            <a:chOff x="0" y="-47625"/>
            <a:chExt cx="2682240" cy="925449"/>
          </a:xfrm>
        </p:grpSpPr>
        <p:sp>
          <p:nvSpPr>
            <p:cNvPr id="545" name="Google Shape;545;p14"/>
            <p:cNvSpPr/>
            <p:nvPr/>
          </p:nvSpPr>
          <p:spPr>
            <a:xfrm>
              <a:off x="0" y="0"/>
              <a:ext cx="2682240" cy="877824"/>
            </a:xfrm>
            <a:custGeom>
              <a:rect b="b" l="l" r="r" t="t"/>
              <a:pathLst>
                <a:path extrusionOk="0"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537" l="0" r="0" t="-9537"/>
              </a:stretch>
            </a:blipFill>
            <a:ln>
              <a:noFill/>
            </a:ln>
          </p:spPr>
        </p:sp>
        <p:sp>
          <p:nvSpPr>
            <p:cNvPr id="546" name="Google Shape;546;p14"/>
            <p:cNvSpPr txBox="1"/>
            <p:nvPr/>
          </p:nvSpPr>
          <p:spPr>
            <a:xfrm>
              <a:off x="0" y="-47625"/>
              <a:ext cx="2682240" cy="925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9B59B6"/>
                  </a:solidFill>
                  <a:latin typeface="Calibri"/>
                  <a:ea typeface="Calibri"/>
                  <a:cs typeface="Calibri"/>
                  <a:sym typeface="Calibri"/>
                </a:rPr>
                <a:t>Base de Datos: </a:t>
              </a:r>
              <a:endParaRPr/>
            </a:p>
          </p:txBody>
        </p:sp>
      </p:grpSp>
      <p:grpSp>
        <p:nvGrpSpPr>
          <p:cNvPr id="547" name="Google Shape;547;p14"/>
          <p:cNvGrpSpPr/>
          <p:nvPr/>
        </p:nvGrpSpPr>
        <p:grpSpPr>
          <a:xfrm>
            <a:off x="8410575" y="9163659"/>
            <a:ext cx="3657600" cy="694087"/>
            <a:chOff x="0" y="-47625"/>
            <a:chExt cx="4876800" cy="925449"/>
          </a:xfrm>
        </p:grpSpPr>
        <p:sp>
          <p:nvSpPr>
            <p:cNvPr id="548" name="Google Shape;548;p14"/>
            <p:cNvSpPr/>
            <p:nvPr/>
          </p:nvSpPr>
          <p:spPr>
            <a:xfrm>
              <a:off x="0" y="0"/>
              <a:ext cx="4876800" cy="877824"/>
            </a:xfrm>
            <a:custGeom>
              <a:rect b="b" l="l" r="r" t="t"/>
              <a:pathLst>
                <a:path extrusionOk="0" h="87782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8249" l="0" r="0" t="-58249"/>
              </a:stretch>
            </a:blipFill>
            <a:ln>
              <a:noFill/>
            </a:ln>
          </p:spPr>
        </p:sp>
        <p:sp>
          <p:nvSpPr>
            <p:cNvPr id="549" name="Google Shape;549;p14"/>
            <p:cNvSpPr txBox="1"/>
            <p:nvPr/>
          </p:nvSpPr>
          <p:spPr>
            <a:xfrm>
              <a:off x="0" y="-47625"/>
              <a:ext cx="4876800" cy="925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MySQL + Triggers</a:t>
              </a:r>
              <a:endParaRPr/>
            </a:p>
          </p:txBody>
        </p:sp>
      </p:grpSp>
      <p:grpSp>
        <p:nvGrpSpPr>
          <p:cNvPr id="550" name="Google Shape;550;p14"/>
          <p:cNvGrpSpPr/>
          <p:nvPr/>
        </p:nvGrpSpPr>
        <p:grpSpPr>
          <a:xfrm>
            <a:off x="12252960" y="9032412"/>
            <a:ext cx="2011680" cy="694087"/>
            <a:chOff x="0" y="-47625"/>
            <a:chExt cx="2682240" cy="925449"/>
          </a:xfrm>
        </p:grpSpPr>
        <p:sp>
          <p:nvSpPr>
            <p:cNvPr id="551" name="Google Shape;551;p14"/>
            <p:cNvSpPr/>
            <p:nvPr/>
          </p:nvSpPr>
          <p:spPr>
            <a:xfrm>
              <a:off x="0" y="0"/>
              <a:ext cx="2682240" cy="877824"/>
            </a:xfrm>
            <a:custGeom>
              <a:rect b="b" l="l" r="r" t="t"/>
              <a:pathLst>
                <a:path extrusionOk="0"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537" l="0" r="0" t="-9537"/>
              </a:stretch>
            </a:blipFill>
            <a:ln>
              <a:noFill/>
            </a:ln>
          </p:spPr>
        </p:sp>
        <p:sp>
          <p:nvSpPr>
            <p:cNvPr id="552" name="Google Shape;552;p14"/>
            <p:cNvSpPr txBox="1"/>
            <p:nvPr/>
          </p:nvSpPr>
          <p:spPr>
            <a:xfrm>
              <a:off x="0" y="-47625"/>
              <a:ext cx="2682240" cy="925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Frontend: </a:t>
              </a:r>
              <a:endParaRPr/>
            </a:p>
          </p:txBody>
        </p:sp>
      </p:grpSp>
      <p:grpSp>
        <p:nvGrpSpPr>
          <p:cNvPr id="553" name="Google Shape;553;p14"/>
          <p:cNvGrpSpPr/>
          <p:nvPr/>
        </p:nvGrpSpPr>
        <p:grpSpPr>
          <a:xfrm>
            <a:off x="14264640" y="9032412"/>
            <a:ext cx="3657600" cy="694087"/>
            <a:chOff x="0" y="-47625"/>
            <a:chExt cx="4876800" cy="925449"/>
          </a:xfrm>
        </p:grpSpPr>
        <p:sp>
          <p:nvSpPr>
            <p:cNvPr id="554" name="Google Shape;554;p14"/>
            <p:cNvSpPr/>
            <p:nvPr/>
          </p:nvSpPr>
          <p:spPr>
            <a:xfrm>
              <a:off x="0" y="0"/>
              <a:ext cx="4876800" cy="877824"/>
            </a:xfrm>
            <a:custGeom>
              <a:rect b="b" l="l" r="r" t="t"/>
              <a:pathLst>
                <a:path extrusionOk="0" h="87782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8249" l="0" r="0" t="-58249"/>
              </a:stretch>
            </a:blipFill>
            <a:ln>
              <a:noFill/>
            </a:ln>
          </p:spPr>
        </p:sp>
        <p:sp>
          <p:nvSpPr>
            <p:cNvPr id="555" name="Google Shape;555;p14"/>
            <p:cNvSpPr txBox="1"/>
            <p:nvPr/>
          </p:nvSpPr>
          <p:spPr>
            <a:xfrm>
              <a:off x="0" y="-47625"/>
              <a:ext cx="4876800" cy="925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Alpine.js + HTML5 + CSS3</a:t>
              </a:r>
              <a:endParaRPr/>
            </a:p>
          </p:txBody>
        </p:sp>
      </p:grpSp>
      <p:grpSp>
        <p:nvGrpSpPr>
          <p:cNvPr id="556" name="Google Shape;556;p14"/>
          <p:cNvGrpSpPr/>
          <p:nvPr/>
        </p:nvGrpSpPr>
        <p:grpSpPr>
          <a:xfrm>
            <a:off x="12252960" y="9620345"/>
            <a:ext cx="2011680" cy="694087"/>
            <a:chOff x="0" y="-47625"/>
            <a:chExt cx="2682240" cy="925449"/>
          </a:xfrm>
        </p:grpSpPr>
        <p:sp>
          <p:nvSpPr>
            <p:cNvPr id="557" name="Google Shape;557;p14"/>
            <p:cNvSpPr/>
            <p:nvPr/>
          </p:nvSpPr>
          <p:spPr>
            <a:xfrm>
              <a:off x="0" y="0"/>
              <a:ext cx="2682240" cy="877824"/>
            </a:xfrm>
            <a:custGeom>
              <a:rect b="b" l="l" r="r" t="t"/>
              <a:pathLst>
                <a:path extrusionOk="0" h="877824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537" l="0" r="0" t="-9537"/>
              </a:stretch>
            </a:blipFill>
            <a:ln>
              <a:noFill/>
            </a:ln>
          </p:spPr>
        </p:sp>
        <p:sp>
          <p:nvSpPr>
            <p:cNvPr id="558" name="Google Shape;558;p14"/>
            <p:cNvSpPr txBox="1"/>
            <p:nvPr/>
          </p:nvSpPr>
          <p:spPr>
            <a:xfrm>
              <a:off x="0" y="-47625"/>
              <a:ext cx="2682240" cy="925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99" u="none" cap="none" strike="noStrike">
                  <a:solidFill>
                    <a:srgbClr val="8A94B0"/>
                  </a:solidFill>
                  <a:latin typeface="Calibri"/>
                  <a:ea typeface="Calibri"/>
                  <a:cs typeface="Calibri"/>
                  <a:sym typeface="Calibri"/>
                </a:rPr>
                <a:t>Modelado: </a:t>
              </a:r>
              <a:endParaRPr/>
            </a:p>
          </p:txBody>
        </p:sp>
      </p:grpSp>
      <p:grpSp>
        <p:nvGrpSpPr>
          <p:cNvPr id="559" name="Google Shape;559;p14"/>
          <p:cNvGrpSpPr/>
          <p:nvPr/>
        </p:nvGrpSpPr>
        <p:grpSpPr>
          <a:xfrm>
            <a:off x="14264640" y="9620345"/>
            <a:ext cx="3657600" cy="694087"/>
            <a:chOff x="0" y="-47625"/>
            <a:chExt cx="4876800" cy="925449"/>
          </a:xfrm>
        </p:grpSpPr>
        <p:sp>
          <p:nvSpPr>
            <p:cNvPr id="560" name="Google Shape;560;p14"/>
            <p:cNvSpPr/>
            <p:nvPr/>
          </p:nvSpPr>
          <p:spPr>
            <a:xfrm>
              <a:off x="0" y="0"/>
              <a:ext cx="4876800" cy="877824"/>
            </a:xfrm>
            <a:custGeom>
              <a:rect b="b" l="l" r="r" t="t"/>
              <a:pathLst>
                <a:path extrusionOk="0" h="877824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8249" l="0" r="0" t="-58249"/>
              </a:stretch>
            </a:blipFill>
            <a:ln>
              <a:noFill/>
            </a:ln>
          </p:spPr>
        </p:sp>
        <p:sp>
          <p:nvSpPr>
            <p:cNvPr id="561" name="Google Shape;561;p14"/>
            <p:cNvSpPr txBox="1"/>
            <p:nvPr/>
          </p:nvSpPr>
          <p:spPr>
            <a:xfrm>
              <a:off x="0" y="-47625"/>
              <a:ext cx="4876800" cy="9254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Bizagi BPMN + draw.io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235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" name="Google Shape;570;p15"/>
          <p:cNvGrpSpPr/>
          <p:nvPr/>
        </p:nvGrpSpPr>
        <p:grpSpPr>
          <a:xfrm>
            <a:off x="914400" y="82868"/>
            <a:ext cx="16459200" cy="1105853"/>
            <a:chOff x="0" y="-133350"/>
            <a:chExt cx="21945600" cy="1474470"/>
          </a:xfrm>
        </p:grpSpPr>
        <p:sp>
          <p:nvSpPr>
            <p:cNvPr id="571" name="Google Shape;571;p15"/>
            <p:cNvSpPr/>
            <p:nvPr/>
          </p:nvSpPr>
          <p:spPr>
            <a:xfrm>
              <a:off x="0" y="0"/>
              <a:ext cx="21945600" cy="1341120"/>
            </a:xfrm>
            <a:custGeom>
              <a:rect b="b" l="l" r="r" t="t"/>
              <a:pathLst>
                <a:path extrusionOk="0"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8837" l="0" r="0" t="-268837"/>
              </a:stretch>
            </a:blipFill>
            <a:ln>
              <a:noFill/>
            </a:ln>
          </p:spPr>
        </p:sp>
        <p:sp>
          <p:nvSpPr>
            <p:cNvPr id="572" name="Google Shape;572;p15"/>
            <p:cNvSpPr txBox="1"/>
            <p:nvPr/>
          </p:nvSpPr>
          <p:spPr>
            <a:xfrm>
              <a:off x="0" y="-133350"/>
              <a:ext cx="21945600" cy="14744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CASOS DE USO IMPLEMENTADOS</a:t>
              </a:r>
              <a:endParaRPr/>
            </a:p>
          </p:txBody>
        </p:sp>
      </p:grpSp>
      <p:grpSp>
        <p:nvGrpSpPr>
          <p:cNvPr id="573" name="Google Shape;573;p15"/>
          <p:cNvGrpSpPr/>
          <p:nvPr/>
        </p:nvGrpSpPr>
        <p:grpSpPr>
          <a:xfrm>
            <a:off x="914400" y="1160145"/>
            <a:ext cx="16459200" cy="632079"/>
            <a:chOff x="0" y="-38100"/>
            <a:chExt cx="21945600" cy="842772"/>
          </a:xfrm>
        </p:grpSpPr>
        <p:sp>
          <p:nvSpPr>
            <p:cNvPr id="574" name="Google Shape;574;p15"/>
            <p:cNvSpPr/>
            <p:nvPr/>
          </p:nvSpPr>
          <p:spPr>
            <a:xfrm>
              <a:off x="0" y="0"/>
              <a:ext cx="21945600" cy="804672"/>
            </a:xfrm>
            <a:custGeom>
              <a:rect b="b" l="l" r="r" t="t"/>
              <a:pathLst>
                <a:path extrusionOk="0" h="80467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04672"/>
                  </a:lnTo>
                  <a:lnTo>
                    <a:pt x="0" y="8046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81463" l="0" r="0" t="-481463"/>
              </a:stretch>
            </a:blipFill>
            <a:ln>
              <a:noFill/>
            </a:ln>
          </p:spPr>
        </p:sp>
        <p:sp>
          <p:nvSpPr>
            <p:cNvPr id="575" name="Google Shape;575;p15"/>
            <p:cNvSpPr txBox="1"/>
            <p:nvPr/>
          </p:nvSpPr>
          <p:spPr>
            <a:xfrm>
              <a:off x="0" y="-38100"/>
              <a:ext cx="21945600" cy="842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8A94B0"/>
                  </a:solidFill>
                  <a:latin typeface="Calibri"/>
                  <a:ea typeface="Calibri"/>
                  <a:cs typeface="Calibri"/>
                  <a:sym typeface="Calibri"/>
                </a:rPr>
                <a:t>22 Casos de Uso en formato OMT extendido | Actores: Admin, Técnico, Solicitante, Sistema</a:t>
              </a:r>
              <a:endParaRPr/>
            </a:p>
          </p:txBody>
        </p:sp>
      </p:grpSp>
      <p:sp>
        <p:nvSpPr>
          <p:cNvPr id="576" name="Google Shape;576;p15"/>
          <p:cNvSpPr/>
          <p:nvPr/>
        </p:nvSpPr>
        <p:spPr>
          <a:xfrm>
            <a:off x="365760" y="1920240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493776" y="2066544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578" name="Google Shape;578;p15"/>
          <p:cNvSpPr/>
          <p:nvPr/>
        </p:nvSpPr>
        <p:spPr>
          <a:xfrm>
            <a:off x="603504" y="2176272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79" name="Google Shape;579;p15"/>
          <p:cNvGrpSpPr/>
          <p:nvPr/>
        </p:nvGrpSpPr>
        <p:grpSpPr>
          <a:xfrm>
            <a:off x="1280160" y="1945767"/>
            <a:ext cx="3200400" cy="467487"/>
            <a:chOff x="0" y="-38100"/>
            <a:chExt cx="4267200" cy="623316"/>
          </a:xfrm>
        </p:grpSpPr>
        <p:sp>
          <p:nvSpPr>
            <p:cNvPr id="580" name="Google Shape;580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581" name="Google Shape;581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CU-01</a:t>
              </a:r>
              <a:endParaRPr/>
            </a:p>
          </p:txBody>
        </p:sp>
      </p:grpSp>
      <p:grpSp>
        <p:nvGrpSpPr>
          <p:cNvPr id="582" name="Google Shape;582;p15"/>
          <p:cNvGrpSpPr/>
          <p:nvPr/>
        </p:nvGrpSpPr>
        <p:grpSpPr>
          <a:xfrm>
            <a:off x="1280160" y="2297083"/>
            <a:ext cx="3200400" cy="650714"/>
            <a:chOff x="0" y="-38100"/>
            <a:chExt cx="4267200" cy="867618"/>
          </a:xfrm>
        </p:grpSpPr>
        <p:sp>
          <p:nvSpPr>
            <p:cNvPr id="583" name="Google Shape;583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584" name="Google Shape;584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Registrando usuarios en la plataforma.</a:t>
              </a:r>
              <a:endParaRPr/>
            </a:p>
          </p:txBody>
        </p:sp>
      </p:grpSp>
      <p:sp>
        <p:nvSpPr>
          <p:cNvPr id="585" name="Google Shape;585;p15"/>
          <p:cNvSpPr/>
          <p:nvPr/>
        </p:nvSpPr>
        <p:spPr>
          <a:xfrm>
            <a:off x="4754880" y="1920240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5"/>
          <p:cNvSpPr/>
          <p:nvPr/>
        </p:nvSpPr>
        <p:spPr>
          <a:xfrm>
            <a:off x="4882896" y="2066544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587" name="Google Shape;587;p15"/>
          <p:cNvSpPr/>
          <p:nvPr/>
        </p:nvSpPr>
        <p:spPr>
          <a:xfrm>
            <a:off x="4992624" y="2176272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8" name="Google Shape;588;p15"/>
          <p:cNvGrpSpPr/>
          <p:nvPr/>
        </p:nvGrpSpPr>
        <p:grpSpPr>
          <a:xfrm>
            <a:off x="5669280" y="1964817"/>
            <a:ext cx="3200400" cy="467487"/>
            <a:chOff x="0" y="-38100"/>
            <a:chExt cx="4267200" cy="623316"/>
          </a:xfrm>
        </p:grpSpPr>
        <p:sp>
          <p:nvSpPr>
            <p:cNvPr id="589" name="Google Shape;589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590" name="Google Shape;590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CU-02</a:t>
              </a:r>
              <a:endParaRPr/>
            </a:p>
          </p:txBody>
        </p:sp>
      </p:grpSp>
      <p:grpSp>
        <p:nvGrpSpPr>
          <p:cNvPr id="591" name="Google Shape;591;p15"/>
          <p:cNvGrpSpPr/>
          <p:nvPr/>
        </p:nvGrpSpPr>
        <p:grpSpPr>
          <a:xfrm>
            <a:off x="5669280" y="2367153"/>
            <a:ext cx="3200400" cy="485775"/>
            <a:chOff x="0" y="-38100"/>
            <a:chExt cx="4267200" cy="647700"/>
          </a:xfrm>
        </p:grpSpPr>
        <p:sp>
          <p:nvSpPr>
            <p:cNvPr id="592" name="Google Shape;592;p15"/>
            <p:cNvSpPr/>
            <p:nvPr/>
          </p:nvSpPr>
          <p:spPr>
            <a:xfrm>
              <a:off x="0" y="0"/>
              <a:ext cx="4267200" cy="609600"/>
            </a:xfrm>
            <a:custGeom>
              <a:rect b="b" l="l" r="r" t="t"/>
              <a:pathLst>
                <a:path extrusionOk="0" h="609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593" name="Google Shape;593;p15"/>
            <p:cNvSpPr txBox="1"/>
            <p:nvPr/>
          </p:nvSpPr>
          <p:spPr>
            <a:xfrm>
              <a:off x="0" y="-38100"/>
              <a:ext cx="42672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Editando Perfil. </a:t>
              </a:r>
              <a:endParaRPr/>
            </a:p>
          </p:txBody>
        </p:sp>
      </p:grpSp>
      <p:sp>
        <p:nvSpPr>
          <p:cNvPr id="594" name="Google Shape;594;p15"/>
          <p:cNvSpPr/>
          <p:nvPr/>
        </p:nvSpPr>
        <p:spPr>
          <a:xfrm>
            <a:off x="9144000" y="1920240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5"/>
          <p:cNvSpPr/>
          <p:nvPr/>
        </p:nvSpPr>
        <p:spPr>
          <a:xfrm>
            <a:off x="9272016" y="2066544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596" name="Google Shape;596;p15"/>
          <p:cNvSpPr/>
          <p:nvPr/>
        </p:nvSpPr>
        <p:spPr>
          <a:xfrm>
            <a:off x="9381744" y="2176272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7" name="Google Shape;597;p15"/>
          <p:cNvGrpSpPr/>
          <p:nvPr/>
        </p:nvGrpSpPr>
        <p:grpSpPr>
          <a:xfrm>
            <a:off x="10058400" y="1945767"/>
            <a:ext cx="3200400" cy="467487"/>
            <a:chOff x="0" y="-38100"/>
            <a:chExt cx="4267200" cy="623316"/>
          </a:xfrm>
        </p:grpSpPr>
        <p:sp>
          <p:nvSpPr>
            <p:cNvPr id="598" name="Google Shape;598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599" name="Google Shape;599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CU-03</a:t>
              </a:r>
              <a:endParaRPr/>
            </a:p>
          </p:txBody>
        </p:sp>
      </p:grpSp>
      <p:grpSp>
        <p:nvGrpSpPr>
          <p:cNvPr id="600" name="Google Shape;600;p15"/>
          <p:cNvGrpSpPr/>
          <p:nvPr/>
        </p:nvGrpSpPr>
        <p:grpSpPr>
          <a:xfrm>
            <a:off x="10058400" y="2348865"/>
            <a:ext cx="3200400" cy="650714"/>
            <a:chOff x="0" y="-38100"/>
            <a:chExt cx="4267200" cy="867618"/>
          </a:xfrm>
        </p:grpSpPr>
        <p:sp>
          <p:nvSpPr>
            <p:cNvPr id="601" name="Google Shape;601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02" name="Google Shape;602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Controlando el acceso basado en roles.</a:t>
              </a:r>
              <a:endParaRPr/>
            </a:p>
          </p:txBody>
        </p:sp>
      </p:grpSp>
      <p:sp>
        <p:nvSpPr>
          <p:cNvPr id="603" name="Google Shape;603;p15"/>
          <p:cNvSpPr/>
          <p:nvPr/>
        </p:nvSpPr>
        <p:spPr>
          <a:xfrm>
            <a:off x="13533120" y="1920240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5"/>
          <p:cNvSpPr/>
          <p:nvPr/>
        </p:nvSpPr>
        <p:spPr>
          <a:xfrm>
            <a:off x="13661136" y="2066544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05" name="Google Shape;605;p15"/>
          <p:cNvSpPr/>
          <p:nvPr/>
        </p:nvSpPr>
        <p:spPr>
          <a:xfrm>
            <a:off x="13770864" y="2176272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06" name="Google Shape;606;p15"/>
          <p:cNvGrpSpPr/>
          <p:nvPr/>
        </p:nvGrpSpPr>
        <p:grpSpPr>
          <a:xfrm>
            <a:off x="14447520" y="1945767"/>
            <a:ext cx="3200400" cy="467487"/>
            <a:chOff x="0" y="-38100"/>
            <a:chExt cx="4267200" cy="623316"/>
          </a:xfrm>
        </p:grpSpPr>
        <p:sp>
          <p:nvSpPr>
            <p:cNvPr id="607" name="Google Shape;607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08" name="Google Shape;608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5C542"/>
                  </a:solidFill>
                  <a:latin typeface="Calibri"/>
                  <a:ea typeface="Calibri"/>
                  <a:cs typeface="Calibri"/>
                  <a:sym typeface="Calibri"/>
                </a:rPr>
                <a:t>CU-08</a:t>
              </a:r>
              <a:endParaRPr/>
            </a:p>
          </p:txBody>
        </p:sp>
      </p:grpSp>
      <p:grpSp>
        <p:nvGrpSpPr>
          <p:cNvPr id="609" name="Google Shape;609;p15"/>
          <p:cNvGrpSpPr/>
          <p:nvPr/>
        </p:nvGrpSpPr>
        <p:grpSpPr>
          <a:xfrm>
            <a:off x="14447520" y="2348865"/>
            <a:ext cx="3200400" cy="650714"/>
            <a:chOff x="0" y="-38100"/>
            <a:chExt cx="4267200" cy="867618"/>
          </a:xfrm>
        </p:grpSpPr>
        <p:sp>
          <p:nvSpPr>
            <p:cNvPr id="610" name="Google Shape;610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11" name="Google Shape;611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Creando tickets mediante el formulario central.</a:t>
              </a:r>
              <a:endParaRPr/>
            </a:p>
          </p:txBody>
        </p:sp>
      </p:grpSp>
      <p:sp>
        <p:nvSpPr>
          <p:cNvPr id="612" name="Google Shape;612;p15"/>
          <p:cNvSpPr/>
          <p:nvPr/>
        </p:nvSpPr>
        <p:spPr>
          <a:xfrm>
            <a:off x="365760" y="3090672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493776" y="3236976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14" name="Google Shape;614;p15"/>
          <p:cNvSpPr/>
          <p:nvPr/>
        </p:nvSpPr>
        <p:spPr>
          <a:xfrm>
            <a:off x="603504" y="3346704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5" name="Google Shape;615;p15"/>
          <p:cNvGrpSpPr/>
          <p:nvPr/>
        </p:nvGrpSpPr>
        <p:grpSpPr>
          <a:xfrm>
            <a:off x="1280160" y="3116199"/>
            <a:ext cx="3200400" cy="467487"/>
            <a:chOff x="0" y="-38100"/>
            <a:chExt cx="4267200" cy="623316"/>
          </a:xfrm>
        </p:grpSpPr>
        <p:sp>
          <p:nvSpPr>
            <p:cNvPr id="616" name="Google Shape;616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17" name="Google Shape;617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5C542"/>
                  </a:solidFill>
                  <a:latin typeface="Calibri"/>
                  <a:ea typeface="Calibri"/>
                  <a:cs typeface="Calibri"/>
                  <a:sym typeface="Calibri"/>
                </a:rPr>
                <a:t>CU-09</a:t>
              </a:r>
              <a:endParaRPr/>
            </a:p>
          </p:txBody>
        </p:sp>
      </p:grpSp>
      <p:grpSp>
        <p:nvGrpSpPr>
          <p:cNvPr id="618" name="Google Shape;618;p15"/>
          <p:cNvGrpSpPr/>
          <p:nvPr/>
        </p:nvGrpSpPr>
        <p:grpSpPr>
          <a:xfrm>
            <a:off x="1280160" y="3519297"/>
            <a:ext cx="3200400" cy="650714"/>
            <a:chOff x="0" y="-38100"/>
            <a:chExt cx="4267200" cy="867618"/>
          </a:xfrm>
        </p:grpSpPr>
        <p:sp>
          <p:nvSpPr>
            <p:cNvPr id="619" name="Google Shape;619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20" name="Google Shape;620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Gestionando adjuntos y evidencia digital. </a:t>
              </a:r>
              <a:endParaRPr/>
            </a:p>
          </p:txBody>
        </p:sp>
      </p:grpSp>
      <p:sp>
        <p:nvSpPr>
          <p:cNvPr id="621" name="Google Shape;621;p15"/>
          <p:cNvSpPr/>
          <p:nvPr/>
        </p:nvSpPr>
        <p:spPr>
          <a:xfrm>
            <a:off x="4754880" y="3090672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5"/>
          <p:cNvSpPr/>
          <p:nvPr/>
        </p:nvSpPr>
        <p:spPr>
          <a:xfrm>
            <a:off x="4882896" y="3236976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23" name="Google Shape;623;p15"/>
          <p:cNvSpPr/>
          <p:nvPr/>
        </p:nvSpPr>
        <p:spPr>
          <a:xfrm>
            <a:off x="4992624" y="3346704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24" name="Google Shape;624;p15"/>
          <p:cNvGrpSpPr/>
          <p:nvPr/>
        </p:nvGrpSpPr>
        <p:grpSpPr>
          <a:xfrm>
            <a:off x="5669280" y="3116199"/>
            <a:ext cx="3200400" cy="467487"/>
            <a:chOff x="0" y="-38100"/>
            <a:chExt cx="4267200" cy="623316"/>
          </a:xfrm>
        </p:grpSpPr>
        <p:sp>
          <p:nvSpPr>
            <p:cNvPr id="625" name="Google Shape;625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26" name="Google Shape;626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E74C3C"/>
                  </a:solidFill>
                  <a:latin typeface="Calibri"/>
                  <a:ea typeface="Calibri"/>
                  <a:cs typeface="Calibri"/>
                  <a:sym typeface="Calibri"/>
                </a:rPr>
                <a:t>CU-11</a:t>
              </a:r>
              <a:endParaRPr/>
            </a:p>
          </p:txBody>
        </p:sp>
      </p:grpSp>
      <p:grpSp>
        <p:nvGrpSpPr>
          <p:cNvPr id="627" name="Google Shape;627;p15"/>
          <p:cNvGrpSpPr/>
          <p:nvPr/>
        </p:nvGrpSpPr>
        <p:grpSpPr>
          <a:xfrm>
            <a:off x="5669280" y="3519297"/>
            <a:ext cx="3200400" cy="650714"/>
            <a:chOff x="0" y="-38100"/>
            <a:chExt cx="4267200" cy="867618"/>
          </a:xfrm>
        </p:grpSpPr>
        <p:sp>
          <p:nvSpPr>
            <p:cNvPr id="628" name="Google Shape;628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29" name="Google Shape;629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Despachando notificaciones automáticas. </a:t>
              </a:r>
              <a:endParaRPr/>
            </a:p>
          </p:txBody>
        </p:sp>
      </p:grpSp>
      <p:sp>
        <p:nvSpPr>
          <p:cNvPr id="630" name="Google Shape;630;p15"/>
          <p:cNvSpPr/>
          <p:nvPr/>
        </p:nvSpPr>
        <p:spPr>
          <a:xfrm>
            <a:off x="9144000" y="3090672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9272016" y="3236976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32" name="Google Shape;632;p15"/>
          <p:cNvSpPr/>
          <p:nvPr/>
        </p:nvSpPr>
        <p:spPr>
          <a:xfrm>
            <a:off x="9381744" y="3346704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3" name="Google Shape;633;p15"/>
          <p:cNvGrpSpPr/>
          <p:nvPr/>
        </p:nvGrpSpPr>
        <p:grpSpPr>
          <a:xfrm>
            <a:off x="10058400" y="3116199"/>
            <a:ext cx="3200400" cy="467487"/>
            <a:chOff x="0" y="-38100"/>
            <a:chExt cx="4267200" cy="623316"/>
          </a:xfrm>
        </p:grpSpPr>
        <p:sp>
          <p:nvSpPr>
            <p:cNvPr id="634" name="Google Shape;634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35" name="Google Shape;635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CU-15</a:t>
              </a:r>
              <a:endParaRPr/>
            </a:p>
          </p:txBody>
        </p:sp>
      </p:grpSp>
      <p:grpSp>
        <p:nvGrpSpPr>
          <p:cNvPr id="636" name="Google Shape;636;p15"/>
          <p:cNvGrpSpPr/>
          <p:nvPr/>
        </p:nvGrpSpPr>
        <p:grpSpPr>
          <a:xfrm>
            <a:off x="10058400" y="3519297"/>
            <a:ext cx="3200400" cy="650714"/>
            <a:chOff x="0" y="-38100"/>
            <a:chExt cx="4267200" cy="867618"/>
          </a:xfrm>
        </p:grpSpPr>
        <p:sp>
          <p:nvSpPr>
            <p:cNvPr id="637" name="Google Shape;637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38" name="Google Shape;638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Visualizando estructuradamente las solicitudes.</a:t>
              </a:r>
              <a:endParaRPr/>
            </a:p>
          </p:txBody>
        </p:sp>
      </p:grpSp>
      <p:sp>
        <p:nvSpPr>
          <p:cNvPr id="639" name="Google Shape;639;p15"/>
          <p:cNvSpPr/>
          <p:nvPr/>
        </p:nvSpPr>
        <p:spPr>
          <a:xfrm>
            <a:off x="13533120" y="3090672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13661136" y="3236976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41" name="Google Shape;641;p15"/>
          <p:cNvSpPr/>
          <p:nvPr/>
        </p:nvSpPr>
        <p:spPr>
          <a:xfrm>
            <a:off x="13770864" y="3346704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42" name="Google Shape;642;p15"/>
          <p:cNvGrpSpPr/>
          <p:nvPr/>
        </p:nvGrpSpPr>
        <p:grpSpPr>
          <a:xfrm>
            <a:off x="14447520" y="3116199"/>
            <a:ext cx="3200400" cy="467487"/>
            <a:chOff x="0" y="-38100"/>
            <a:chExt cx="4267200" cy="623316"/>
          </a:xfrm>
        </p:grpSpPr>
        <p:sp>
          <p:nvSpPr>
            <p:cNvPr id="643" name="Google Shape;643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44" name="Google Shape;644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CU-16</a:t>
              </a:r>
              <a:endParaRPr/>
            </a:p>
          </p:txBody>
        </p:sp>
      </p:grpSp>
      <p:grpSp>
        <p:nvGrpSpPr>
          <p:cNvPr id="645" name="Google Shape;645;p15"/>
          <p:cNvGrpSpPr/>
          <p:nvPr/>
        </p:nvGrpSpPr>
        <p:grpSpPr>
          <a:xfrm>
            <a:off x="14447520" y="3519297"/>
            <a:ext cx="3200400" cy="650714"/>
            <a:chOff x="0" y="-38100"/>
            <a:chExt cx="4267200" cy="867618"/>
          </a:xfrm>
        </p:grpSpPr>
        <p:sp>
          <p:nvSpPr>
            <p:cNvPr id="646" name="Google Shape;646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47" name="Google Shape;647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Comunicando asíncronamente en los tickets. </a:t>
              </a:r>
              <a:endParaRPr/>
            </a:p>
          </p:txBody>
        </p:sp>
      </p:grpSp>
      <p:sp>
        <p:nvSpPr>
          <p:cNvPr id="648" name="Google Shape;648;p15"/>
          <p:cNvSpPr/>
          <p:nvPr/>
        </p:nvSpPr>
        <p:spPr>
          <a:xfrm>
            <a:off x="365760" y="4261104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493776" y="4407408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50" name="Google Shape;650;p15"/>
          <p:cNvSpPr/>
          <p:nvPr/>
        </p:nvSpPr>
        <p:spPr>
          <a:xfrm>
            <a:off x="603504" y="4517136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51" name="Google Shape;651;p15"/>
          <p:cNvGrpSpPr/>
          <p:nvPr/>
        </p:nvGrpSpPr>
        <p:grpSpPr>
          <a:xfrm>
            <a:off x="1280160" y="4284311"/>
            <a:ext cx="3200400" cy="467487"/>
            <a:chOff x="0" y="-38100"/>
            <a:chExt cx="4267200" cy="623316"/>
          </a:xfrm>
        </p:grpSpPr>
        <p:sp>
          <p:nvSpPr>
            <p:cNvPr id="652" name="Google Shape;652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53" name="Google Shape;653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5C542"/>
                  </a:solidFill>
                  <a:latin typeface="Calibri"/>
                  <a:ea typeface="Calibri"/>
                  <a:cs typeface="Calibri"/>
                  <a:sym typeface="Calibri"/>
                </a:rPr>
                <a:t>CU-19</a:t>
              </a:r>
              <a:endParaRPr/>
            </a:p>
          </p:txBody>
        </p:sp>
      </p:grpSp>
      <p:grpSp>
        <p:nvGrpSpPr>
          <p:cNvPr id="654" name="Google Shape;654;p15"/>
          <p:cNvGrpSpPr/>
          <p:nvPr/>
        </p:nvGrpSpPr>
        <p:grpSpPr>
          <a:xfrm>
            <a:off x="1280160" y="4689729"/>
            <a:ext cx="3200400" cy="650714"/>
            <a:chOff x="0" y="-38100"/>
            <a:chExt cx="4267200" cy="867618"/>
          </a:xfrm>
        </p:grpSpPr>
        <p:sp>
          <p:nvSpPr>
            <p:cNvPr id="655" name="Google Shape;655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56" name="Google Shape;656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Registrando transacciones de forma inmutable.</a:t>
              </a:r>
              <a:endParaRPr/>
            </a:p>
          </p:txBody>
        </p:sp>
      </p:grpSp>
      <p:sp>
        <p:nvSpPr>
          <p:cNvPr id="657" name="Google Shape;657;p15"/>
          <p:cNvSpPr/>
          <p:nvPr/>
        </p:nvSpPr>
        <p:spPr>
          <a:xfrm>
            <a:off x="4754880" y="4261104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4882896" y="4407408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59" name="Google Shape;659;p15"/>
          <p:cNvSpPr/>
          <p:nvPr/>
        </p:nvSpPr>
        <p:spPr>
          <a:xfrm>
            <a:off x="4992624" y="4517136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60" name="Google Shape;660;p15"/>
          <p:cNvGrpSpPr/>
          <p:nvPr/>
        </p:nvGrpSpPr>
        <p:grpSpPr>
          <a:xfrm>
            <a:off x="5669280" y="4284311"/>
            <a:ext cx="3200400" cy="467487"/>
            <a:chOff x="0" y="-38100"/>
            <a:chExt cx="4267200" cy="623316"/>
          </a:xfrm>
        </p:grpSpPr>
        <p:sp>
          <p:nvSpPr>
            <p:cNvPr id="661" name="Google Shape;661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62" name="Google Shape;662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E74C3C"/>
                  </a:solidFill>
                  <a:latin typeface="Calibri"/>
                  <a:ea typeface="Calibri"/>
                  <a:cs typeface="Calibri"/>
                  <a:sym typeface="Calibri"/>
                </a:rPr>
                <a:t>CU-20</a:t>
              </a:r>
              <a:endParaRPr/>
            </a:p>
          </p:txBody>
        </p:sp>
      </p:grpSp>
      <p:grpSp>
        <p:nvGrpSpPr>
          <p:cNvPr id="663" name="Google Shape;663;p15"/>
          <p:cNvGrpSpPr/>
          <p:nvPr/>
        </p:nvGrpSpPr>
        <p:grpSpPr>
          <a:xfrm>
            <a:off x="5669280" y="4689729"/>
            <a:ext cx="3200400" cy="650714"/>
            <a:chOff x="0" y="-38100"/>
            <a:chExt cx="4267200" cy="867618"/>
          </a:xfrm>
        </p:grpSpPr>
        <p:sp>
          <p:nvSpPr>
            <p:cNvPr id="664" name="Google Shape;664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65" name="Google Shape;665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Vigilando activamente los tiempos. </a:t>
              </a:r>
              <a:endParaRPr/>
            </a:p>
          </p:txBody>
        </p:sp>
      </p:grpSp>
      <p:sp>
        <p:nvSpPr>
          <p:cNvPr id="666" name="Google Shape;666;p15"/>
          <p:cNvSpPr/>
          <p:nvPr/>
        </p:nvSpPr>
        <p:spPr>
          <a:xfrm>
            <a:off x="9144000" y="4261104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9272016" y="4407408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68" name="Google Shape;668;p15"/>
          <p:cNvSpPr/>
          <p:nvPr/>
        </p:nvSpPr>
        <p:spPr>
          <a:xfrm>
            <a:off x="9381744" y="4517136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69" name="Google Shape;669;p15"/>
          <p:cNvGrpSpPr/>
          <p:nvPr/>
        </p:nvGrpSpPr>
        <p:grpSpPr>
          <a:xfrm>
            <a:off x="10058400" y="4284311"/>
            <a:ext cx="3200400" cy="467487"/>
            <a:chOff x="0" y="-38100"/>
            <a:chExt cx="4267200" cy="623316"/>
          </a:xfrm>
        </p:grpSpPr>
        <p:sp>
          <p:nvSpPr>
            <p:cNvPr id="670" name="Google Shape;670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71" name="Google Shape;671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CU-26</a:t>
              </a:r>
              <a:endParaRPr/>
            </a:p>
          </p:txBody>
        </p:sp>
      </p:grpSp>
      <p:grpSp>
        <p:nvGrpSpPr>
          <p:cNvPr id="672" name="Google Shape;672;p15"/>
          <p:cNvGrpSpPr/>
          <p:nvPr/>
        </p:nvGrpSpPr>
        <p:grpSpPr>
          <a:xfrm>
            <a:off x="10058400" y="4708017"/>
            <a:ext cx="3200400" cy="485775"/>
            <a:chOff x="0" y="-38100"/>
            <a:chExt cx="4267200" cy="647700"/>
          </a:xfrm>
        </p:grpSpPr>
        <p:sp>
          <p:nvSpPr>
            <p:cNvPr id="673" name="Google Shape;673;p15"/>
            <p:cNvSpPr/>
            <p:nvPr/>
          </p:nvSpPr>
          <p:spPr>
            <a:xfrm>
              <a:off x="0" y="0"/>
              <a:ext cx="4267200" cy="609600"/>
            </a:xfrm>
            <a:custGeom>
              <a:rect b="b" l="l" r="r" t="t"/>
              <a:pathLst>
                <a:path extrusionOk="0" h="609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674" name="Google Shape;674;p15"/>
            <p:cNvSpPr txBox="1"/>
            <p:nvPr/>
          </p:nvSpPr>
          <p:spPr>
            <a:xfrm>
              <a:off x="0" y="-38100"/>
              <a:ext cx="42672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Autogestionando requerimientos.</a:t>
              </a:r>
              <a:endParaRPr/>
            </a:p>
          </p:txBody>
        </p:sp>
      </p:grpSp>
      <p:sp>
        <p:nvSpPr>
          <p:cNvPr id="675" name="Google Shape;675;p15"/>
          <p:cNvSpPr/>
          <p:nvPr/>
        </p:nvSpPr>
        <p:spPr>
          <a:xfrm>
            <a:off x="13533120" y="4261104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5"/>
          <p:cNvSpPr/>
          <p:nvPr/>
        </p:nvSpPr>
        <p:spPr>
          <a:xfrm>
            <a:off x="13661136" y="4407408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77" name="Google Shape;677;p15"/>
          <p:cNvSpPr/>
          <p:nvPr/>
        </p:nvSpPr>
        <p:spPr>
          <a:xfrm>
            <a:off x="13770864" y="4517136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78" name="Google Shape;678;p15"/>
          <p:cNvGrpSpPr/>
          <p:nvPr/>
        </p:nvGrpSpPr>
        <p:grpSpPr>
          <a:xfrm>
            <a:off x="14447520" y="4284311"/>
            <a:ext cx="3200400" cy="467487"/>
            <a:chOff x="0" y="-38100"/>
            <a:chExt cx="4267200" cy="623316"/>
          </a:xfrm>
        </p:grpSpPr>
        <p:sp>
          <p:nvSpPr>
            <p:cNvPr id="679" name="Google Shape;679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80" name="Google Shape;680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CU-27</a:t>
              </a:r>
              <a:endParaRPr/>
            </a:p>
          </p:txBody>
        </p:sp>
      </p:grpSp>
      <p:grpSp>
        <p:nvGrpSpPr>
          <p:cNvPr id="681" name="Google Shape;681;p15"/>
          <p:cNvGrpSpPr/>
          <p:nvPr/>
        </p:nvGrpSpPr>
        <p:grpSpPr>
          <a:xfrm>
            <a:off x="14447520" y="4671822"/>
            <a:ext cx="3200400" cy="485775"/>
            <a:chOff x="0" y="-38100"/>
            <a:chExt cx="4267200" cy="647700"/>
          </a:xfrm>
        </p:grpSpPr>
        <p:sp>
          <p:nvSpPr>
            <p:cNvPr id="682" name="Google Shape;682;p15"/>
            <p:cNvSpPr/>
            <p:nvPr/>
          </p:nvSpPr>
          <p:spPr>
            <a:xfrm>
              <a:off x="0" y="0"/>
              <a:ext cx="4267200" cy="609600"/>
            </a:xfrm>
            <a:custGeom>
              <a:rect b="b" l="l" r="r" t="t"/>
              <a:pathLst>
                <a:path extrusionOk="0" h="6096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609600"/>
                  </a:lnTo>
                  <a:lnTo>
                    <a:pt x="0" y="60960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683" name="Google Shape;683;p15"/>
            <p:cNvSpPr txBox="1"/>
            <p:nvPr/>
          </p:nvSpPr>
          <p:spPr>
            <a:xfrm>
              <a:off x="0" y="-38100"/>
              <a:ext cx="42672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Evaluando la eficacia técnica.</a:t>
              </a:r>
              <a:endParaRPr/>
            </a:p>
          </p:txBody>
        </p:sp>
      </p:grpSp>
      <p:sp>
        <p:nvSpPr>
          <p:cNvPr id="684" name="Google Shape;684;p15"/>
          <p:cNvSpPr/>
          <p:nvPr/>
        </p:nvSpPr>
        <p:spPr>
          <a:xfrm>
            <a:off x="365760" y="5431536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5"/>
          <p:cNvSpPr/>
          <p:nvPr/>
        </p:nvSpPr>
        <p:spPr>
          <a:xfrm>
            <a:off x="493776" y="5577840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86" name="Google Shape;686;p15"/>
          <p:cNvSpPr/>
          <p:nvPr/>
        </p:nvSpPr>
        <p:spPr>
          <a:xfrm>
            <a:off x="603504" y="5687568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87" name="Google Shape;687;p15"/>
          <p:cNvGrpSpPr/>
          <p:nvPr/>
        </p:nvGrpSpPr>
        <p:grpSpPr>
          <a:xfrm>
            <a:off x="1280160" y="5454743"/>
            <a:ext cx="3200400" cy="467487"/>
            <a:chOff x="0" y="-38100"/>
            <a:chExt cx="4267200" cy="623316"/>
          </a:xfrm>
        </p:grpSpPr>
        <p:sp>
          <p:nvSpPr>
            <p:cNvPr id="688" name="Google Shape;688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89" name="Google Shape;689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9B59B6"/>
                  </a:solidFill>
                  <a:latin typeface="Calibri"/>
                  <a:ea typeface="Calibri"/>
                  <a:cs typeface="Calibri"/>
                  <a:sym typeface="Calibri"/>
                </a:rPr>
                <a:t>CU-32</a:t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280160" y="5860161"/>
            <a:ext cx="3200400" cy="650714"/>
            <a:chOff x="0" y="-38100"/>
            <a:chExt cx="4267200" cy="867618"/>
          </a:xfrm>
        </p:grpSpPr>
        <p:sp>
          <p:nvSpPr>
            <p:cNvPr id="691" name="Google Shape;691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692" name="Google Shape;692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Monitoreando dinámicamente los KPIs. </a:t>
              </a:r>
              <a:endParaRPr/>
            </a:p>
          </p:txBody>
        </p:sp>
      </p:grpSp>
      <p:sp>
        <p:nvSpPr>
          <p:cNvPr id="693" name="Google Shape;693;p15"/>
          <p:cNvSpPr/>
          <p:nvPr/>
        </p:nvSpPr>
        <p:spPr>
          <a:xfrm>
            <a:off x="4754880" y="5431536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4882896" y="5577840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695" name="Google Shape;695;p15"/>
          <p:cNvSpPr/>
          <p:nvPr/>
        </p:nvSpPr>
        <p:spPr>
          <a:xfrm>
            <a:off x="4992624" y="5687568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96" name="Google Shape;696;p15"/>
          <p:cNvGrpSpPr/>
          <p:nvPr/>
        </p:nvGrpSpPr>
        <p:grpSpPr>
          <a:xfrm>
            <a:off x="5669280" y="5454743"/>
            <a:ext cx="3200400" cy="467487"/>
            <a:chOff x="0" y="-38100"/>
            <a:chExt cx="4267200" cy="623316"/>
          </a:xfrm>
        </p:grpSpPr>
        <p:sp>
          <p:nvSpPr>
            <p:cNvPr id="697" name="Google Shape;697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698" name="Google Shape;698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5C542"/>
                  </a:solidFill>
                  <a:latin typeface="Calibri"/>
                  <a:ea typeface="Calibri"/>
                  <a:cs typeface="Calibri"/>
                  <a:sym typeface="Calibri"/>
                </a:rPr>
                <a:t>CU-34</a:t>
              </a:r>
              <a:endParaRPr/>
            </a:p>
          </p:txBody>
        </p:sp>
      </p:grpSp>
      <p:grpSp>
        <p:nvGrpSpPr>
          <p:cNvPr id="699" name="Google Shape;699;p15"/>
          <p:cNvGrpSpPr/>
          <p:nvPr/>
        </p:nvGrpSpPr>
        <p:grpSpPr>
          <a:xfrm>
            <a:off x="5669280" y="5845268"/>
            <a:ext cx="3200400" cy="650714"/>
            <a:chOff x="0" y="-38100"/>
            <a:chExt cx="4267200" cy="867618"/>
          </a:xfrm>
        </p:grpSpPr>
        <p:sp>
          <p:nvSpPr>
            <p:cNvPr id="700" name="Google Shape;700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01" name="Google Shape;701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Documentando soluciones recurrentes.</a:t>
              </a:r>
              <a:endParaRPr/>
            </a:p>
          </p:txBody>
        </p:sp>
      </p:grpSp>
      <p:sp>
        <p:nvSpPr>
          <p:cNvPr id="702" name="Google Shape;702;p15"/>
          <p:cNvSpPr/>
          <p:nvPr/>
        </p:nvSpPr>
        <p:spPr>
          <a:xfrm>
            <a:off x="9144000" y="5431536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5"/>
          <p:cNvSpPr/>
          <p:nvPr/>
        </p:nvSpPr>
        <p:spPr>
          <a:xfrm>
            <a:off x="9272016" y="5577840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04" name="Google Shape;704;p15"/>
          <p:cNvSpPr/>
          <p:nvPr/>
        </p:nvSpPr>
        <p:spPr>
          <a:xfrm>
            <a:off x="9381744" y="5687568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05" name="Google Shape;705;p15"/>
          <p:cNvGrpSpPr/>
          <p:nvPr/>
        </p:nvGrpSpPr>
        <p:grpSpPr>
          <a:xfrm>
            <a:off x="10058400" y="5476113"/>
            <a:ext cx="3200400" cy="467487"/>
            <a:chOff x="0" y="-38100"/>
            <a:chExt cx="4267200" cy="623316"/>
          </a:xfrm>
        </p:grpSpPr>
        <p:sp>
          <p:nvSpPr>
            <p:cNvPr id="706" name="Google Shape;706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707" name="Google Shape;707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CU-35</a:t>
              </a:r>
              <a:endParaRPr/>
            </a:p>
          </p:txBody>
        </p:sp>
      </p:grpSp>
      <p:grpSp>
        <p:nvGrpSpPr>
          <p:cNvPr id="708" name="Google Shape;708;p15"/>
          <p:cNvGrpSpPr/>
          <p:nvPr/>
        </p:nvGrpSpPr>
        <p:grpSpPr>
          <a:xfrm>
            <a:off x="10058400" y="5860161"/>
            <a:ext cx="3200400" cy="650714"/>
            <a:chOff x="0" y="-38100"/>
            <a:chExt cx="4267200" cy="867618"/>
          </a:xfrm>
        </p:grpSpPr>
        <p:sp>
          <p:nvSpPr>
            <p:cNvPr id="709" name="Google Shape;709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10" name="Google Shape;710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Autoasistiendo durante la creación de tickets.</a:t>
              </a:r>
              <a:endParaRPr/>
            </a:p>
          </p:txBody>
        </p:sp>
      </p:grpSp>
      <p:sp>
        <p:nvSpPr>
          <p:cNvPr id="711" name="Google Shape;711;p15"/>
          <p:cNvSpPr/>
          <p:nvPr/>
        </p:nvSpPr>
        <p:spPr>
          <a:xfrm>
            <a:off x="13533120" y="5431536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5"/>
          <p:cNvSpPr/>
          <p:nvPr/>
        </p:nvSpPr>
        <p:spPr>
          <a:xfrm>
            <a:off x="13661136" y="5577840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13" name="Google Shape;713;p15"/>
          <p:cNvSpPr/>
          <p:nvPr/>
        </p:nvSpPr>
        <p:spPr>
          <a:xfrm>
            <a:off x="13770864" y="5687568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14" name="Google Shape;714;p15"/>
          <p:cNvGrpSpPr/>
          <p:nvPr/>
        </p:nvGrpSpPr>
        <p:grpSpPr>
          <a:xfrm>
            <a:off x="14466570" y="5456682"/>
            <a:ext cx="3200400" cy="467487"/>
            <a:chOff x="0" y="-38100"/>
            <a:chExt cx="4267200" cy="623316"/>
          </a:xfrm>
        </p:grpSpPr>
        <p:sp>
          <p:nvSpPr>
            <p:cNvPr id="715" name="Google Shape;715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716" name="Google Shape;716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E74C3C"/>
                  </a:solidFill>
                  <a:latin typeface="Calibri"/>
                  <a:ea typeface="Calibri"/>
                  <a:cs typeface="Calibri"/>
                  <a:sym typeface="Calibri"/>
                </a:rPr>
                <a:t>CU-36</a:t>
              </a:r>
              <a:endParaRPr/>
            </a:p>
          </p:txBody>
        </p:sp>
      </p:grpSp>
      <p:grpSp>
        <p:nvGrpSpPr>
          <p:cNvPr id="717" name="Google Shape;717;p15"/>
          <p:cNvGrpSpPr/>
          <p:nvPr/>
        </p:nvGrpSpPr>
        <p:grpSpPr>
          <a:xfrm>
            <a:off x="14447520" y="5860161"/>
            <a:ext cx="3200400" cy="650714"/>
            <a:chOff x="0" y="-38100"/>
            <a:chExt cx="4267200" cy="867618"/>
          </a:xfrm>
        </p:grpSpPr>
        <p:sp>
          <p:nvSpPr>
            <p:cNvPr id="718" name="Google Shape;718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19" name="Google Shape;719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Generando el respaldo físico del ticket. </a:t>
              </a:r>
              <a:endParaRPr/>
            </a:p>
          </p:txBody>
        </p:sp>
      </p:grpSp>
      <p:sp>
        <p:nvSpPr>
          <p:cNvPr id="720" name="Google Shape;720;p15"/>
          <p:cNvSpPr/>
          <p:nvPr/>
        </p:nvSpPr>
        <p:spPr>
          <a:xfrm>
            <a:off x="365760" y="6601968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5"/>
          <p:cNvSpPr/>
          <p:nvPr/>
        </p:nvSpPr>
        <p:spPr>
          <a:xfrm>
            <a:off x="493776" y="6748272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22" name="Google Shape;722;p15"/>
          <p:cNvSpPr/>
          <p:nvPr/>
        </p:nvSpPr>
        <p:spPr>
          <a:xfrm>
            <a:off x="603504" y="6858000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23" name="Google Shape;723;p15"/>
          <p:cNvGrpSpPr/>
          <p:nvPr/>
        </p:nvGrpSpPr>
        <p:grpSpPr>
          <a:xfrm>
            <a:off x="1280160" y="6625175"/>
            <a:ext cx="3200400" cy="467487"/>
            <a:chOff x="0" y="-38100"/>
            <a:chExt cx="4267200" cy="623316"/>
          </a:xfrm>
        </p:grpSpPr>
        <p:sp>
          <p:nvSpPr>
            <p:cNvPr id="724" name="Google Shape;724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725" name="Google Shape;725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F5C542"/>
                  </a:solidFill>
                  <a:latin typeface="Calibri"/>
                  <a:ea typeface="Calibri"/>
                  <a:cs typeface="Calibri"/>
                  <a:sym typeface="Calibri"/>
                </a:rPr>
                <a:t>CU-38</a:t>
              </a:r>
              <a:endParaRPr/>
            </a:p>
          </p:txBody>
        </p:sp>
      </p:grpSp>
      <p:grpSp>
        <p:nvGrpSpPr>
          <p:cNvPr id="726" name="Google Shape;726;p15"/>
          <p:cNvGrpSpPr/>
          <p:nvPr/>
        </p:nvGrpSpPr>
        <p:grpSpPr>
          <a:xfrm>
            <a:off x="1280160" y="7030593"/>
            <a:ext cx="3200400" cy="650714"/>
            <a:chOff x="0" y="-38100"/>
            <a:chExt cx="4267200" cy="867618"/>
          </a:xfrm>
        </p:grpSpPr>
        <p:sp>
          <p:nvSpPr>
            <p:cNvPr id="727" name="Google Shape;727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28" name="Google Shape;728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Renovando credenciales de acceso. </a:t>
              </a:r>
              <a:endParaRPr/>
            </a:p>
          </p:txBody>
        </p:sp>
      </p:grpSp>
      <p:sp>
        <p:nvSpPr>
          <p:cNvPr id="729" name="Google Shape;729;p15"/>
          <p:cNvSpPr/>
          <p:nvPr/>
        </p:nvSpPr>
        <p:spPr>
          <a:xfrm>
            <a:off x="4754880" y="6601968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5"/>
          <p:cNvSpPr/>
          <p:nvPr/>
        </p:nvSpPr>
        <p:spPr>
          <a:xfrm>
            <a:off x="4882896" y="6748272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31" name="Google Shape;731;p15"/>
          <p:cNvSpPr/>
          <p:nvPr/>
        </p:nvSpPr>
        <p:spPr>
          <a:xfrm>
            <a:off x="4992624" y="6858000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32" name="Google Shape;732;p15"/>
          <p:cNvGrpSpPr/>
          <p:nvPr/>
        </p:nvGrpSpPr>
        <p:grpSpPr>
          <a:xfrm>
            <a:off x="5669280" y="6609969"/>
            <a:ext cx="3200400" cy="467487"/>
            <a:chOff x="0" y="-38100"/>
            <a:chExt cx="4267200" cy="623316"/>
          </a:xfrm>
        </p:grpSpPr>
        <p:sp>
          <p:nvSpPr>
            <p:cNvPr id="733" name="Google Shape;733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734" name="Google Shape;734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E74C3C"/>
                  </a:solidFill>
                  <a:latin typeface="Calibri"/>
                  <a:ea typeface="Calibri"/>
                  <a:cs typeface="Calibri"/>
                  <a:sym typeface="Calibri"/>
                </a:rPr>
                <a:t>CU-39</a:t>
              </a:r>
              <a:endParaRPr/>
            </a:p>
          </p:txBody>
        </p:sp>
      </p:grpSp>
      <p:grpSp>
        <p:nvGrpSpPr>
          <p:cNvPr id="735" name="Google Shape;735;p15"/>
          <p:cNvGrpSpPr/>
          <p:nvPr/>
        </p:nvGrpSpPr>
        <p:grpSpPr>
          <a:xfrm>
            <a:off x="5669280" y="7030593"/>
            <a:ext cx="3200400" cy="650714"/>
            <a:chOff x="0" y="-38100"/>
            <a:chExt cx="4267200" cy="867618"/>
          </a:xfrm>
        </p:grpSpPr>
        <p:sp>
          <p:nvSpPr>
            <p:cNvPr id="736" name="Google Shape;736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37" name="Google Shape;737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Restableciendo la clave por olvido. </a:t>
              </a:r>
              <a:endParaRPr/>
            </a:p>
          </p:txBody>
        </p:sp>
      </p:grpSp>
      <p:sp>
        <p:nvSpPr>
          <p:cNvPr id="738" name="Google Shape;738;p15"/>
          <p:cNvSpPr/>
          <p:nvPr/>
        </p:nvSpPr>
        <p:spPr>
          <a:xfrm>
            <a:off x="9144000" y="6601968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5"/>
          <p:cNvSpPr/>
          <p:nvPr/>
        </p:nvSpPr>
        <p:spPr>
          <a:xfrm>
            <a:off x="9272016" y="6748272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40" name="Google Shape;740;p15"/>
          <p:cNvSpPr/>
          <p:nvPr/>
        </p:nvSpPr>
        <p:spPr>
          <a:xfrm>
            <a:off x="9381744" y="6858000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41" name="Google Shape;741;p15"/>
          <p:cNvGrpSpPr/>
          <p:nvPr/>
        </p:nvGrpSpPr>
        <p:grpSpPr>
          <a:xfrm>
            <a:off x="10058400" y="6625175"/>
            <a:ext cx="3200400" cy="467487"/>
            <a:chOff x="0" y="-38100"/>
            <a:chExt cx="4267200" cy="623316"/>
          </a:xfrm>
        </p:grpSpPr>
        <p:sp>
          <p:nvSpPr>
            <p:cNvPr id="742" name="Google Shape;742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743" name="Google Shape;743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CU-42</a:t>
              </a:r>
              <a:endParaRPr/>
            </a:p>
          </p:txBody>
        </p:sp>
      </p:grpSp>
      <p:grpSp>
        <p:nvGrpSpPr>
          <p:cNvPr id="744" name="Google Shape;744;p15"/>
          <p:cNvGrpSpPr/>
          <p:nvPr/>
        </p:nvGrpSpPr>
        <p:grpSpPr>
          <a:xfrm>
            <a:off x="10058400" y="6939742"/>
            <a:ext cx="3200400" cy="650714"/>
            <a:chOff x="0" y="-38100"/>
            <a:chExt cx="4267200" cy="867618"/>
          </a:xfrm>
        </p:grpSpPr>
        <p:sp>
          <p:nvSpPr>
            <p:cNvPr id="745" name="Google Shape;745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46" name="Google Shape;746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Gestionando la seguridad de acceso concurrente. </a:t>
              </a:r>
              <a:endParaRPr/>
            </a:p>
          </p:txBody>
        </p:sp>
      </p:grpSp>
      <p:sp>
        <p:nvSpPr>
          <p:cNvPr id="747" name="Google Shape;747;p15"/>
          <p:cNvSpPr/>
          <p:nvPr/>
        </p:nvSpPr>
        <p:spPr>
          <a:xfrm>
            <a:off x="13533120" y="6601968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5"/>
          <p:cNvSpPr/>
          <p:nvPr/>
        </p:nvSpPr>
        <p:spPr>
          <a:xfrm>
            <a:off x="13661136" y="6748272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49" name="Google Shape;749;p15"/>
          <p:cNvSpPr/>
          <p:nvPr/>
        </p:nvSpPr>
        <p:spPr>
          <a:xfrm>
            <a:off x="13770864" y="6858000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50" name="Google Shape;750;p15"/>
          <p:cNvGrpSpPr/>
          <p:nvPr/>
        </p:nvGrpSpPr>
        <p:grpSpPr>
          <a:xfrm>
            <a:off x="14447520" y="6637020"/>
            <a:ext cx="3200400" cy="467487"/>
            <a:chOff x="0" y="-38100"/>
            <a:chExt cx="4267200" cy="623316"/>
          </a:xfrm>
        </p:grpSpPr>
        <p:sp>
          <p:nvSpPr>
            <p:cNvPr id="751" name="Google Shape;751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752" name="Google Shape;752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CU-44</a:t>
              </a:r>
              <a:endParaRPr/>
            </a:p>
          </p:txBody>
        </p:sp>
      </p:grpSp>
      <p:grpSp>
        <p:nvGrpSpPr>
          <p:cNvPr id="753" name="Google Shape;753;p15"/>
          <p:cNvGrpSpPr/>
          <p:nvPr/>
        </p:nvGrpSpPr>
        <p:grpSpPr>
          <a:xfrm>
            <a:off x="14447520" y="6975382"/>
            <a:ext cx="3200400" cy="650714"/>
            <a:chOff x="0" y="-38100"/>
            <a:chExt cx="4267200" cy="867618"/>
          </a:xfrm>
        </p:grpSpPr>
        <p:sp>
          <p:nvSpPr>
            <p:cNvPr id="754" name="Google Shape;754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55" name="Google Shape;755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Gestionando el centro de notificaciones in-app. </a:t>
              </a:r>
              <a:endParaRPr/>
            </a:p>
          </p:txBody>
        </p:sp>
      </p:grpSp>
      <p:sp>
        <p:nvSpPr>
          <p:cNvPr id="756" name="Google Shape;756;p15"/>
          <p:cNvSpPr/>
          <p:nvPr/>
        </p:nvSpPr>
        <p:spPr>
          <a:xfrm>
            <a:off x="365760" y="7772400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5"/>
          <p:cNvSpPr/>
          <p:nvPr/>
        </p:nvSpPr>
        <p:spPr>
          <a:xfrm>
            <a:off x="493776" y="7918704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58" name="Google Shape;758;p15"/>
          <p:cNvSpPr/>
          <p:nvPr/>
        </p:nvSpPr>
        <p:spPr>
          <a:xfrm>
            <a:off x="603504" y="8028432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59" name="Google Shape;759;p15"/>
          <p:cNvGrpSpPr/>
          <p:nvPr/>
        </p:nvGrpSpPr>
        <p:grpSpPr>
          <a:xfrm>
            <a:off x="1280160" y="7795607"/>
            <a:ext cx="3200400" cy="467487"/>
            <a:chOff x="0" y="-38100"/>
            <a:chExt cx="4267200" cy="623316"/>
          </a:xfrm>
        </p:grpSpPr>
        <p:sp>
          <p:nvSpPr>
            <p:cNvPr id="760" name="Google Shape;760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761" name="Google Shape;761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9B59B6"/>
                  </a:solidFill>
                  <a:latin typeface="Calibri"/>
                  <a:ea typeface="Calibri"/>
                  <a:cs typeface="Calibri"/>
                  <a:sym typeface="Calibri"/>
                </a:rPr>
                <a:t>CU-51</a:t>
              </a:r>
              <a:endParaRPr/>
            </a:p>
          </p:txBody>
        </p:sp>
      </p:grpSp>
      <p:grpSp>
        <p:nvGrpSpPr>
          <p:cNvPr id="762" name="Google Shape;762;p15"/>
          <p:cNvGrpSpPr/>
          <p:nvPr/>
        </p:nvGrpSpPr>
        <p:grpSpPr>
          <a:xfrm>
            <a:off x="1280160" y="8176607"/>
            <a:ext cx="3200400" cy="650714"/>
            <a:chOff x="0" y="-38100"/>
            <a:chExt cx="4267200" cy="867618"/>
          </a:xfrm>
        </p:grpSpPr>
        <p:sp>
          <p:nvSpPr>
            <p:cNvPr id="763" name="Google Shape;763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64" name="Google Shape;764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Reforzando la seguridad en el inicio de sesión.</a:t>
              </a:r>
              <a:endParaRPr/>
            </a:p>
          </p:txBody>
        </p:sp>
      </p:grpSp>
      <p:sp>
        <p:nvSpPr>
          <p:cNvPr id="765" name="Google Shape;765;p15"/>
          <p:cNvSpPr/>
          <p:nvPr/>
        </p:nvSpPr>
        <p:spPr>
          <a:xfrm>
            <a:off x="4754880" y="7772400"/>
            <a:ext cx="4206240" cy="1024128"/>
          </a:xfrm>
          <a:custGeom>
            <a:rect b="b" l="l" r="r" t="t"/>
            <a:pathLst>
              <a:path extrusionOk="0" h="1365504" w="5608320">
                <a:moveTo>
                  <a:pt x="0" y="195072"/>
                </a:moveTo>
                <a:cubicBezTo>
                  <a:pt x="0" y="87376"/>
                  <a:pt x="87376" y="0"/>
                  <a:pt x="195072" y="0"/>
                </a:cubicBezTo>
                <a:lnTo>
                  <a:pt x="5413248" y="0"/>
                </a:lnTo>
                <a:cubicBezTo>
                  <a:pt x="5520944" y="0"/>
                  <a:pt x="5608320" y="87376"/>
                  <a:pt x="5608320" y="195072"/>
                </a:cubicBezTo>
                <a:lnTo>
                  <a:pt x="5608320" y="1170432"/>
                </a:lnTo>
                <a:cubicBezTo>
                  <a:pt x="5608320" y="1278128"/>
                  <a:pt x="5520944" y="1365504"/>
                  <a:pt x="5413248" y="1365504"/>
                </a:cubicBezTo>
                <a:lnTo>
                  <a:pt x="195072" y="1365504"/>
                </a:lnTo>
                <a:cubicBezTo>
                  <a:pt x="87376" y="1365504"/>
                  <a:pt x="0" y="1278128"/>
                  <a:pt x="0" y="1170432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5"/>
          <p:cNvSpPr/>
          <p:nvPr/>
        </p:nvSpPr>
        <p:spPr>
          <a:xfrm>
            <a:off x="4882896" y="7918704"/>
            <a:ext cx="658368" cy="658368"/>
          </a:xfrm>
          <a:custGeom>
            <a:rect b="b" l="l" r="r" t="t"/>
            <a:pathLst>
              <a:path extrusionOk="0" h="877824" w="877824">
                <a:moveTo>
                  <a:pt x="0" y="438912"/>
                </a:moveTo>
                <a:cubicBezTo>
                  <a:pt x="0" y="196469"/>
                  <a:pt x="196469" y="0"/>
                  <a:pt x="438912" y="0"/>
                </a:cubicBezTo>
                <a:cubicBezTo>
                  <a:pt x="681355" y="0"/>
                  <a:pt x="877824" y="196469"/>
                  <a:pt x="877824" y="438912"/>
                </a:cubicBezTo>
                <a:cubicBezTo>
                  <a:pt x="877824" y="681355"/>
                  <a:pt x="681355" y="877824"/>
                  <a:pt x="438912" y="877824"/>
                </a:cubicBezTo>
                <a:cubicBezTo>
                  <a:pt x="196469" y="877824"/>
                  <a:pt x="0" y="681355"/>
                  <a:pt x="0" y="438912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67" name="Google Shape;767;p15"/>
          <p:cNvSpPr/>
          <p:nvPr/>
        </p:nvSpPr>
        <p:spPr>
          <a:xfrm>
            <a:off x="4992624" y="8028432"/>
            <a:ext cx="402336" cy="402336"/>
          </a:xfrm>
          <a:custGeom>
            <a:rect b="b" l="l" r="r" t="t"/>
            <a:pathLst>
              <a:path extrusionOk="0" h="536448" w="536448">
                <a:moveTo>
                  <a:pt x="0" y="0"/>
                </a:moveTo>
                <a:lnTo>
                  <a:pt x="536448" y="0"/>
                </a:lnTo>
                <a:lnTo>
                  <a:pt x="536448" y="536448"/>
                </a:lnTo>
                <a:lnTo>
                  <a:pt x="0" y="53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68" name="Google Shape;768;p15"/>
          <p:cNvGrpSpPr/>
          <p:nvPr/>
        </p:nvGrpSpPr>
        <p:grpSpPr>
          <a:xfrm>
            <a:off x="5669280" y="7767032"/>
            <a:ext cx="3200400" cy="467487"/>
            <a:chOff x="0" y="-38100"/>
            <a:chExt cx="4267200" cy="623316"/>
          </a:xfrm>
        </p:grpSpPr>
        <p:sp>
          <p:nvSpPr>
            <p:cNvPr id="769" name="Google Shape;769;p15"/>
            <p:cNvSpPr/>
            <p:nvPr/>
          </p:nvSpPr>
          <p:spPr>
            <a:xfrm>
              <a:off x="0" y="0"/>
              <a:ext cx="4267200" cy="585216"/>
            </a:xfrm>
            <a:custGeom>
              <a:rect b="b" l="l" r="r" t="t"/>
              <a:pathLst>
                <a:path extrusionOk="0" h="585216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585216"/>
                  </a:lnTo>
                  <a:lnTo>
                    <a:pt x="0" y="58521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92078" l="0" r="0" t="-92078"/>
              </a:stretch>
            </a:blipFill>
            <a:ln>
              <a:noFill/>
            </a:ln>
          </p:spPr>
        </p:sp>
        <p:sp>
          <p:nvSpPr>
            <p:cNvPr id="770" name="Google Shape;770;p15"/>
            <p:cNvSpPr txBox="1"/>
            <p:nvPr/>
          </p:nvSpPr>
          <p:spPr>
            <a:xfrm>
              <a:off x="0" y="-38100"/>
              <a:ext cx="4267200" cy="623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99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CU-66</a:t>
              </a:r>
              <a:endParaRPr/>
            </a:p>
          </p:txBody>
        </p:sp>
      </p:grpSp>
      <p:grpSp>
        <p:nvGrpSpPr>
          <p:cNvPr id="771" name="Google Shape;771;p15"/>
          <p:cNvGrpSpPr/>
          <p:nvPr/>
        </p:nvGrpSpPr>
        <p:grpSpPr>
          <a:xfrm>
            <a:off x="5669280" y="8091124"/>
            <a:ext cx="3200400" cy="650714"/>
            <a:chOff x="0" y="-38100"/>
            <a:chExt cx="4267200" cy="867618"/>
          </a:xfrm>
        </p:grpSpPr>
        <p:sp>
          <p:nvSpPr>
            <p:cNvPr id="772" name="Google Shape;772;p15"/>
            <p:cNvSpPr/>
            <p:nvPr/>
          </p:nvSpPr>
          <p:spPr>
            <a:xfrm>
              <a:off x="0" y="0"/>
              <a:ext cx="4267200" cy="829518"/>
            </a:xfrm>
            <a:custGeom>
              <a:rect b="b" l="l" r="r" t="t"/>
              <a:pathLst>
                <a:path extrusionOk="0" h="829518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829518"/>
                  </a:lnTo>
                  <a:lnTo>
                    <a:pt x="0" y="82951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6979" l="0" r="0" t="-63491"/>
              </a:stretch>
            </a:blipFill>
            <a:ln>
              <a:noFill/>
            </a:ln>
          </p:spPr>
        </p:sp>
        <p:sp>
          <p:nvSpPr>
            <p:cNvPr id="773" name="Google Shape;773;p15"/>
            <p:cNvSpPr txBox="1"/>
            <p:nvPr/>
          </p:nvSpPr>
          <p:spPr>
            <a:xfrm>
              <a:off x="0" y="-38100"/>
              <a:ext cx="4267200" cy="8676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Verificando la identidad chilena mediante el motor. 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929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16"/>
          <p:cNvGrpSpPr/>
          <p:nvPr/>
        </p:nvGrpSpPr>
        <p:grpSpPr>
          <a:xfrm>
            <a:off x="914400" y="131445"/>
            <a:ext cx="16459200" cy="1331595"/>
            <a:chOff x="0" y="-190500"/>
            <a:chExt cx="21945600" cy="1775460"/>
          </a:xfrm>
        </p:grpSpPr>
        <p:sp>
          <p:nvSpPr>
            <p:cNvPr id="783" name="Google Shape;783;p16"/>
            <p:cNvSpPr/>
            <p:nvPr/>
          </p:nvSpPr>
          <p:spPr>
            <a:xfrm>
              <a:off x="0" y="0"/>
              <a:ext cx="21945600" cy="1584960"/>
            </a:xfrm>
            <a:custGeom>
              <a:rect b="b" l="l" r="r" t="t"/>
              <a:pathLst>
                <a:path extrusionOk="0"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19804" l="0" r="0" t="-219804"/>
              </a:stretch>
            </a:blipFill>
            <a:ln>
              <a:noFill/>
            </a:ln>
          </p:spPr>
        </p:sp>
        <p:sp>
          <p:nvSpPr>
            <p:cNvPr id="784" name="Google Shape;784;p16"/>
            <p:cNvSpPr txBox="1"/>
            <p:nvPr/>
          </p:nvSpPr>
          <p:spPr>
            <a:xfrm>
              <a:off x="0" y="-190500"/>
              <a:ext cx="21945600" cy="17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799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CONCLUSIÓN</a:t>
              </a:r>
              <a:endParaRPr/>
            </a:p>
          </p:txBody>
        </p:sp>
      </p:grpSp>
      <p:sp>
        <p:nvSpPr>
          <p:cNvPr id="785" name="Google Shape;785;p16"/>
          <p:cNvSpPr/>
          <p:nvPr/>
        </p:nvSpPr>
        <p:spPr>
          <a:xfrm>
            <a:off x="640080" y="1737360"/>
            <a:ext cx="17007840" cy="1499616"/>
          </a:xfrm>
          <a:custGeom>
            <a:rect b="b" l="l" r="r" t="t"/>
            <a:pathLst>
              <a:path extrusionOk="0" h="1999488" w="2267712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22433280" y="0"/>
                </a:lnTo>
                <a:cubicBezTo>
                  <a:pt x="22567900" y="0"/>
                  <a:pt x="22677120" y="109220"/>
                  <a:pt x="22677120" y="243840"/>
                </a:cubicBezTo>
                <a:lnTo>
                  <a:pt x="22677120" y="1755648"/>
                </a:lnTo>
                <a:cubicBezTo>
                  <a:pt x="22677120" y="1890268"/>
                  <a:pt x="22567900" y="1999488"/>
                  <a:pt x="22433280" y="1999488"/>
                </a:cubicBezTo>
                <a:lnTo>
                  <a:pt x="243840" y="1999488"/>
                </a:lnTo>
                <a:cubicBezTo>
                  <a:pt x="109220" y="1999488"/>
                  <a:pt x="0" y="1890268"/>
                  <a:pt x="0" y="1755648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6"/>
          <p:cNvSpPr/>
          <p:nvPr/>
        </p:nvSpPr>
        <p:spPr>
          <a:xfrm>
            <a:off x="914400" y="1956816"/>
            <a:ext cx="804672" cy="804672"/>
          </a:xfrm>
          <a:custGeom>
            <a:rect b="b" l="l" r="r" t="t"/>
            <a:pathLst>
              <a:path extrusionOk="0" h="1072896" w="1072896">
                <a:moveTo>
                  <a:pt x="0" y="536448"/>
                </a:moveTo>
                <a:cubicBezTo>
                  <a:pt x="0" y="240157"/>
                  <a:pt x="240157" y="0"/>
                  <a:pt x="536448" y="0"/>
                </a:cubicBezTo>
                <a:cubicBezTo>
                  <a:pt x="832739" y="0"/>
                  <a:pt x="1072896" y="240157"/>
                  <a:pt x="1072896" y="536448"/>
                </a:cubicBezTo>
                <a:cubicBezTo>
                  <a:pt x="1072896" y="832739"/>
                  <a:pt x="832739" y="1072896"/>
                  <a:pt x="536448" y="1072896"/>
                </a:cubicBezTo>
                <a:cubicBezTo>
                  <a:pt x="240157" y="1072896"/>
                  <a:pt x="0" y="832739"/>
                  <a:pt x="0" y="536448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87" name="Google Shape;787;p16"/>
          <p:cNvSpPr/>
          <p:nvPr/>
        </p:nvSpPr>
        <p:spPr>
          <a:xfrm>
            <a:off x="1060704" y="2103120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88" name="Google Shape;788;p16"/>
          <p:cNvGrpSpPr/>
          <p:nvPr/>
        </p:nvGrpSpPr>
        <p:grpSpPr>
          <a:xfrm>
            <a:off x="2011680" y="1742218"/>
            <a:ext cx="5120640" cy="781526"/>
            <a:chOff x="0" y="-66675"/>
            <a:chExt cx="6827520" cy="1042035"/>
          </a:xfrm>
        </p:grpSpPr>
        <p:sp>
          <p:nvSpPr>
            <p:cNvPr id="789" name="Google Shape;789;p16"/>
            <p:cNvSpPr/>
            <p:nvPr/>
          </p:nvSpPr>
          <p:spPr>
            <a:xfrm>
              <a:off x="0" y="0"/>
              <a:ext cx="6827520" cy="975360"/>
            </a:xfrm>
            <a:custGeom>
              <a:rect b="b" l="l" r="r" t="t"/>
              <a:pathLst>
                <a:path extrusionOk="0"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790" name="Google Shape;790;p16"/>
            <p:cNvSpPr txBox="1"/>
            <p:nvPr/>
          </p:nvSpPr>
          <p:spPr>
            <a:xfrm>
              <a:off x="0" y="-66675"/>
              <a:ext cx="6827520" cy="1042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MVP entregado al 31,4%</a:t>
              </a:r>
              <a:endParaRPr/>
            </a:p>
          </p:txBody>
        </p:sp>
      </p:grpSp>
      <p:grpSp>
        <p:nvGrpSpPr>
          <p:cNvPr id="791" name="Google Shape;791;p16"/>
          <p:cNvGrpSpPr/>
          <p:nvPr/>
        </p:nvGrpSpPr>
        <p:grpSpPr>
          <a:xfrm>
            <a:off x="2011680" y="2458593"/>
            <a:ext cx="15361921" cy="668655"/>
            <a:chOff x="0" y="-38100"/>
            <a:chExt cx="20482561" cy="891540"/>
          </a:xfrm>
        </p:grpSpPr>
        <p:sp>
          <p:nvSpPr>
            <p:cNvPr id="792" name="Google Shape;792;p16"/>
            <p:cNvSpPr/>
            <p:nvPr/>
          </p:nvSpPr>
          <p:spPr>
            <a:xfrm>
              <a:off x="0" y="0"/>
              <a:ext cx="20482561" cy="853440"/>
            </a:xfrm>
            <a:custGeom>
              <a:rect b="b" l="l" r="r" t="t"/>
              <a:pathLst>
                <a:path extrusionOk="0"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17639" l="0" r="0" t="-417639"/>
              </a:stretch>
            </a:blipFill>
            <a:ln>
              <a:noFill/>
            </a:ln>
          </p:spPr>
        </p:sp>
        <p:sp>
          <p:nvSpPr>
            <p:cNvPr id="793" name="Google Shape;793;p16"/>
            <p:cNvSpPr txBox="1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22 casos de uso funcionales con autenticación segura, gestión de tickets y dashboard de KPIs.</a:t>
              </a:r>
              <a:endParaRPr/>
            </a:p>
          </p:txBody>
        </p:sp>
      </p:grpSp>
      <p:sp>
        <p:nvSpPr>
          <p:cNvPr id="794" name="Google Shape;794;p16"/>
          <p:cNvSpPr/>
          <p:nvPr/>
        </p:nvSpPr>
        <p:spPr>
          <a:xfrm>
            <a:off x="640080" y="3383280"/>
            <a:ext cx="17007840" cy="1499616"/>
          </a:xfrm>
          <a:custGeom>
            <a:rect b="b" l="l" r="r" t="t"/>
            <a:pathLst>
              <a:path extrusionOk="0" h="1999488" w="2267712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22433280" y="0"/>
                </a:lnTo>
                <a:cubicBezTo>
                  <a:pt x="22567900" y="0"/>
                  <a:pt x="22677120" y="109220"/>
                  <a:pt x="22677120" y="243840"/>
                </a:cubicBezTo>
                <a:lnTo>
                  <a:pt x="22677120" y="1755648"/>
                </a:lnTo>
                <a:cubicBezTo>
                  <a:pt x="22677120" y="1890268"/>
                  <a:pt x="22567900" y="1999488"/>
                  <a:pt x="22433280" y="1999488"/>
                </a:cubicBezTo>
                <a:lnTo>
                  <a:pt x="243840" y="1999488"/>
                </a:lnTo>
                <a:cubicBezTo>
                  <a:pt x="109220" y="1999488"/>
                  <a:pt x="0" y="1890268"/>
                  <a:pt x="0" y="1755648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6"/>
          <p:cNvSpPr/>
          <p:nvPr/>
        </p:nvSpPr>
        <p:spPr>
          <a:xfrm>
            <a:off x="914400" y="3602736"/>
            <a:ext cx="804672" cy="804672"/>
          </a:xfrm>
          <a:custGeom>
            <a:rect b="b" l="l" r="r" t="t"/>
            <a:pathLst>
              <a:path extrusionOk="0" h="1072896" w="1072896">
                <a:moveTo>
                  <a:pt x="0" y="536448"/>
                </a:moveTo>
                <a:cubicBezTo>
                  <a:pt x="0" y="240157"/>
                  <a:pt x="240157" y="0"/>
                  <a:pt x="536448" y="0"/>
                </a:cubicBezTo>
                <a:cubicBezTo>
                  <a:pt x="832739" y="0"/>
                  <a:pt x="1072896" y="240157"/>
                  <a:pt x="1072896" y="536448"/>
                </a:cubicBezTo>
                <a:cubicBezTo>
                  <a:pt x="1072896" y="832739"/>
                  <a:pt x="832739" y="1072896"/>
                  <a:pt x="536448" y="1072896"/>
                </a:cubicBezTo>
                <a:cubicBezTo>
                  <a:pt x="240157" y="1072896"/>
                  <a:pt x="0" y="832739"/>
                  <a:pt x="0" y="536448"/>
                </a:cubicBezTo>
                <a:close/>
              </a:path>
            </a:pathLst>
          </a:custGeom>
          <a:solidFill>
            <a:srgbClr val="4A9F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796" name="Google Shape;796;p16"/>
          <p:cNvSpPr/>
          <p:nvPr/>
        </p:nvSpPr>
        <p:spPr>
          <a:xfrm>
            <a:off x="1060704" y="3749040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97" name="Google Shape;797;p16"/>
          <p:cNvGrpSpPr/>
          <p:nvPr/>
        </p:nvGrpSpPr>
        <p:grpSpPr>
          <a:xfrm>
            <a:off x="2011680" y="3388138"/>
            <a:ext cx="5120640" cy="781526"/>
            <a:chOff x="0" y="-66675"/>
            <a:chExt cx="6827520" cy="1042035"/>
          </a:xfrm>
        </p:grpSpPr>
        <p:sp>
          <p:nvSpPr>
            <p:cNvPr id="798" name="Google Shape;798;p16"/>
            <p:cNvSpPr/>
            <p:nvPr/>
          </p:nvSpPr>
          <p:spPr>
            <a:xfrm>
              <a:off x="0" y="0"/>
              <a:ext cx="6827520" cy="975360"/>
            </a:xfrm>
            <a:custGeom>
              <a:rect b="b" l="l" r="r" t="t"/>
              <a:pathLst>
                <a:path extrusionOk="0"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799" name="Google Shape;799;p16"/>
            <p:cNvSpPr txBox="1"/>
            <p:nvPr/>
          </p:nvSpPr>
          <p:spPr>
            <a:xfrm>
              <a:off x="0" y="-66675"/>
              <a:ext cx="6827520" cy="1042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4A9FD5"/>
                  </a:solidFill>
                  <a:latin typeface="Calibri"/>
                  <a:ea typeface="Calibri"/>
                  <a:cs typeface="Calibri"/>
                  <a:sym typeface="Calibri"/>
                </a:rPr>
                <a:t>Valor inmediato para la clínica</a:t>
              </a:r>
              <a:endParaRPr/>
            </a:p>
          </p:txBody>
        </p:sp>
      </p:grpSp>
      <p:grpSp>
        <p:nvGrpSpPr>
          <p:cNvPr id="800" name="Google Shape;800;p16"/>
          <p:cNvGrpSpPr/>
          <p:nvPr/>
        </p:nvGrpSpPr>
        <p:grpSpPr>
          <a:xfrm>
            <a:off x="2011680" y="4104513"/>
            <a:ext cx="15361921" cy="668655"/>
            <a:chOff x="0" y="-38100"/>
            <a:chExt cx="20482561" cy="891540"/>
          </a:xfrm>
        </p:grpSpPr>
        <p:sp>
          <p:nvSpPr>
            <p:cNvPr id="801" name="Google Shape;801;p16"/>
            <p:cNvSpPr/>
            <p:nvPr/>
          </p:nvSpPr>
          <p:spPr>
            <a:xfrm>
              <a:off x="0" y="0"/>
              <a:ext cx="20482561" cy="853440"/>
            </a:xfrm>
            <a:custGeom>
              <a:rect b="b" l="l" r="r" t="t"/>
              <a:pathLst>
                <a:path extrusionOk="0"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17639" l="0" r="0" t="-417639"/>
              </a:stretch>
            </a:blipFill>
            <a:ln>
              <a:noFill/>
            </a:ln>
          </p:spPr>
        </p:sp>
        <p:sp>
          <p:nvSpPr>
            <p:cNvPr id="802" name="Google Shape;802;p16"/>
            <p:cNvSpPr txBox="1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Registro de incidencias de 5 min → 1,5 min. Eliminación de trazabilidad vía WhatsApp.</a:t>
              </a:r>
              <a:endParaRPr/>
            </a:p>
          </p:txBody>
        </p:sp>
      </p:grpSp>
      <p:sp>
        <p:nvSpPr>
          <p:cNvPr id="803" name="Google Shape;803;p16"/>
          <p:cNvSpPr/>
          <p:nvPr/>
        </p:nvSpPr>
        <p:spPr>
          <a:xfrm>
            <a:off x="640080" y="5029200"/>
            <a:ext cx="17007840" cy="1499616"/>
          </a:xfrm>
          <a:custGeom>
            <a:rect b="b" l="l" r="r" t="t"/>
            <a:pathLst>
              <a:path extrusionOk="0" h="1999488" w="2267712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22433280" y="0"/>
                </a:lnTo>
                <a:cubicBezTo>
                  <a:pt x="22567900" y="0"/>
                  <a:pt x="22677120" y="109220"/>
                  <a:pt x="22677120" y="243840"/>
                </a:cubicBezTo>
                <a:lnTo>
                  <a:pt x="22677120" y="1755648"/>
                </a:lnTo>
                <a:cubicBezTo>
                  <a:pt x="22677120" y="1890268"/>
                  <a:pt x="22567900" y="1999488"/>
                  <a:pt x="22433280" y="1999488"/>
                </a:cubicBezTo>
                <a:lnTo>
                  <a:pt x="243840" y="1999488"/>
                </a:lnTo>
                <a:cubicBezTo>
                  <a:pt x="109220" y="1999488"/>
                  <a:pt x="0" y="1890268"/>
                  <a:pt x="0" y="1755648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914400" y="5248656"/>
            <a:ext cx="804672" cy="804672"/>
          </a:xfrm>
          <a:custGeom>
            <a:rect b="b" l="l" r="r" t="t"/>
            <a:pathLst>
              <a:path extrusionOk="0" h="1072896" w="1072896">
                <a:moveTo>
                  <a:pt x="0" y="536448"/>
                </a:moveTo>
                <a:cubicBezTo>
                  <a:pt x="0" y="240157"/>
                  <a:pt x="240157" y="0"/>
                  <a:pt x="536448" y="0"/>
                </a:cubicBezTo>
                <a:cubicBezTo>
                  <a:pt x="832739" y="0"/>
                  <a:pt x="1072896" y="240157"/>
                  <a:pt x="1072896" y="536448"/>
                </a:cubicBezTo>
                <a:cubicBezTo>
                  <a:pt x="1072896" y="832739"/>
                  <a:pt x="832739" y="1072896"/>
                  <a:pt x="536448" y="1072896"/>
                </a:cubicBezTo>
                <a:cubicBezTo>
                  <a:pt x="240157" y="1072896"/>
                  <a:pt x="0" y="832739"/>
                  <a:pt x="0" y="536448"/>
                </a:cubicBezTo>
                <a:close/>
              </a:path>
            </a:pathLst>
          </a:custGeom>
          <a:solidFill>
            <a:srgbClr val="F5C5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805" name="Google Shape;805;p16"/>
          <p:cNvSpPr/>
          <p:nvPr/>
        </p:nvSpPr>
        <p:spPr>
          <a:xfrm>
            <a:off x="1060704" y="5394960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06" name="Google Shape;806;p16"/>
          <p:cNvGrpSpPr/>
          <p:nvPr/>
        </p:nvGrpSpPr>
        <p:grpSpPr>
          <a:xfrm>
            <a:off x="2011680" y="5034058"/>
            <a:ext cx="5120640" cy="781526"/>
            <a:chOff x="0" y="-66675"/>
            <a:chExt cx="6827520" cy="1042035"/>
          </a:xfrm>
        </p:grpSpPr>
        <p:sp>
          <p:nvSpPr>
            <p:cNvPr id="807" name="Google Shape;807;p16"/>
            <p:cNvSpPr/>
            <p:nvPr/>
          </p:nvSpPr>
          <p:spPr>
            <a:xfrm>
              <a:off x="0" y="0"/>
              <a:ext cx="6827520" cy="975360"/>
            </a:xfrm>
            <a:custGeom>
              <a:rect b="b" l="l" r="r" t="t"/>
              <a:pathLst>
                <a:path extrusionOk="0"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808" name="Google Shape;808;p16"/>
            <p:cNvSpPr txBox="1"/>
            <p:nvPr/>
          </p:nvSpPr>
          <p:spPr>
            <a:xfrm>
              <a:off x="0" y="-66675"/>
              <a:ext cx="6827520" cy="1042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F5C542"/>
                  </a:solidFill>
                  <a:latin typeface="Calibri"/>
                  <a:ea typeface="Calibri"/>
                  <a:cs typeface="Calibri"/>
                  <a:sym typeface="Calibri"/>
                </a:rPr>
                <a:t>Seguridad y cumplimiento</a:t>
              </a:r>
              <a:endParaRPr/>
            </a:p>
          </p:txBody>
        </p:sp>
      </p:grpSp>
      <p:grpSp>
        <p:nvGrpSpPr>
          <p:cNvPr id="809" name="Google Shape;809;p16"/>
          <p:cNvGrpSpPr/>
          <p:nvPr/>
        </p:nvGrpSpPr>
        <p:grpSpPr>
          <a:xfrm>
            <a:off x="2011680" y="5750433"/>
            <a:ext cx="15361921" cy="668655"/>
            <a:chOff x="0" y="-38100"/>
            <a:chExt cx="20482561" cy="891540"/>
          </a:xfrm>
        </p:grpSpPr>
        <p:sp>
          <p:nvSpPr>
            <p:cNvPr id="810" name="Google Shape;810;p16"/>
            <p:cNvSpPr/>
            <p:nvPr/>
          </p:nvSpPr>
          <p:spPr>
            <a:xfrm>
              <a:off x="0" y="0"/>
              <a:ext cx="20482561" cy="853440"/>
            </a:xfrm>
            <a:custGeom>
              <a:rect b="b" l="l" r="r" t="t"/>
              <a:pathLst>
                <a:path extrusionOk="0"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17639" l="0" r="0" t="-417639"/>
              </a:stretch>
            </a:blipFill>
            <a:ln>
              <a:noFill/>
            </a:ln>
          </p:spPr>
        </p:sp>
        <p:sp>
          <p:nvSpPr>
            <p:cNvPr id="811" name="Google Shape;811;p16"/>
            <p:cNvSpPr txBox="1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bcrypt, JWT, 2FA, bitácora inmutable, Ley 20.584. 80% de RNF cubiertos.</a:t>
              </a:r>
              <a:endParaRPr/>
            </a:p>
          </p:txBody>
        </p:sp>
      </p:grpSp>
      <p:sp>
        <p:nvSpPr>
          <p:cNvPr id="812" name="Google Shape;812;p16"/>
          <p:cNvSpPr/>
          <p:nvPr/>
        </p:nvSpPr>
        <p:spPr>
          <a:xfrm>
            <a:off x="640080" y="6675120"/>
            <a:ext cx="17007840" cy="1499616"/>
          </a:xfrm>
          <a:custGeom>
            <a:rect b="b" l="l" r="r" t="t"/>
            <a:pathLst>
              <a:path extrusionOk="0" h="1999488" w="2267712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22433280" y="0"/>
                </a:lnTo>
                <a:cubicBezTo>
                  <a:pt x="22567900" y="0"/>
                  <a:pt x="22677120" y="109220"/>
                  <a:pt x="22677120" y="243840"/>
                </a:cubicBezTo>
                <a:lnTo>
                  <a:pt x="22677120" y="1755648"/>
                </a:lnTo>
                <a:cubicBezTo>
                  <a:pt x="22677120" y="1890268"/>
                  <a:pt x="22567900" y="1999488"/>
                  <a:pt x="22433280" y="1999488"/>
                </a:cubicBezTo>
                <a:lnTo>
                  <a:pt x="243840" y="1999488"/>
                </a:lnTo>
                <a:cubicBezTo>
                  <a:pt x="109220" y="1999488"/>
                  <a:pt x="0" y="1890268"/>
                  <a:pt x="0" y="1755648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6"/>
          <p:cNvSpPr/>
          <p:nvPr/>
        </p:nvSpPr>
        <p:spPr>
          <a:xfrm>
            <a:off x="914400" y="6894576"/>
            <a:ext cx="804672" cy="804672"/>
          </a:xfrm>
          <a:custGeom>
            <a:rect b="b" l="l" r="r" t="t"/>
            <a:pathLst>
              <a:path extrusionOk="0" h="1072896" w="1072896">
                <a:moveTo>
                  <a:pt x="0" y="536448"/>
                </a:moveTo>
                <a:cubicBezTo>
                  <a:pt x="0" y="240157"/>
                  <a:pt x="240157" y="0"/>
                  <a:pt x="536448" y="0"/>
                </a:cubicBezTo>
                <a:cubicBezTo>
                  <a:pt x="832739" y="0"/>
                  <a:pt x="1072896" y="240157"/>
                  <a:pt x="1072896" y="536448"/>
                </a:cubicBezTo>
                <a:cubicBezTo>
                  <a:pt x="1072896" y="832739"/>
                  <a:pt x="832739" y="1072896"/>
                  <a:pt x="536448" y="1072896"/>
                </a:cubicBezTo>
                <a:cubicBezTo>
                  <a:pt x="240157" y="1072896"/>
                  <a:pt x="0" y="832739"/>
                  <a:pt x="0" y="536448"/>
                </a:cubicBezTo>
                <a:close/>
              </a:path>
            </a:pathLst>
          </a:cu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814" name="Google Shape;814;p16"/>
          <p:cNvSpPr/>
          <p:nvPr/>
        </p:nvSpPr>
        <p:spPr>
          <a:xfrm>
            <a:off x="1060704" y="7040880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15" name="Google Shape;815;p16"/>
          <p:cNvGrpSpPr/>
          <p:nvPr/>
        </p:nvGrpSpPr>
        <p:grpSpPr>
          <a:xfrm>
            <a:off x="2011680" y="6679978"/>
            <a:ext cx="5120640" cy="781526"/>
            <a:chOff x="0" y="-66675"/>
            <a:chExt cx="6827520" cy="1042035"/>
          </a:xfrm>
        </p:grpSpPr>
        <p:sp>
          <p:nvSpPr>
            <p:cNvPr id="816" name="Google Shape;816;p16"/>
            <p:cNvSpPr/>
            <p:nvPr/>
          </p:nvSpPr>
          <p:spPr>
            <a:xfrm>
              <a:off x="0" y="0"/>
              <a:ext cx="6827520" cy="975360"/>
            </a:xfrm>
            <a:custGeom>
              <a:rect b="b" l="l" r="r" t="t"/>
              <a:pathLst>
                <a:path extrusionOk="0"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817" name="Google Shape;817;p16"/>
            <p:cNvSpPr txBox="1"/>
            <p:nvPr/>
          </p:nvSpPr>
          <p:spPr>
            <a:xfrm>
              <a:off x="0" y="-66675"/>
              <a:ext cx="6827520" cy="1042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9B59B6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sólida</a:t>
              </a:r>
              <a:endParaRPr/>
            </a:p>
          </p:txBody>
        </p:sp>
      </p:grpSp>
      <p:grpSp>
        <p:nvGrpSpPr>
          <p:cNvPr id="818" name="Google Shape;818;p16"/>
          <p:cNvGrpSpPr/>
          <p:nvPr/>
        </p:nvGrpSpPr>
        <p:grpSpPr>
          <a:xfrm>
            <a:off x="2011680" y="7396353"/>
            <a:ext cx="15361921" cy="668655"/>
            <a:chOff x="0" y="-38100"/>
            <a:chExt cx="20482561" cy="891540"/>
          </a:xfrm>
        </p:grpSpPr>
        <p:sp>
          <p:nvSpPr>
            <p:cNvPr id="819" name="Google Shape;819;p16"/>
            <p:cNvSpPr/>
            <p:nvPr/>
          </p:nvSpPr>
          <p:spPr>
            <a:xfrm>
              <a:off x="0" y="0"/>
              <a:ext cx="20482561" cy="853440"/>
            </a:xfrm>
            <a:custGeom>
              <a:rect b="b" l="l" r="r" t="t"/>
              <a:pathLst>
                <a:path extrusionOk="0"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17639" l="0" r="0" t="-417639"/>
              </a:stretch>
            </a:blipFill>
            <a:ln>
              <a:noFill/>
            </a:ln>
          </p:spPr>
        </p:sp>
        <p:sp>
          <p:nvSpPr>
            <p:cNvPr id="820" name="Google Shape;820;p16"/>
            <p:cNvSpPr txBox="1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FastAPI + MySQL + Docker. On-premise con escalabilidad horizontal preparada.</a:t>
              </a:r>
              <a:endParaRPr/>
            </a:p>
          </p:txBody>
        </p:sp>
      </p:grpSp>
      <p:sp>
        <p:nvSpPr>
          <p:cNvPr id="821" name="Google Shape;821;p16"/>
          <p:cNvSpPr/>
          <p:nvPr/>
        </p:nvSpPr>
        <p:spPr>
          <a:xfrm>
            <a:off x="640080" y="8321040"/>
            <a:ext cx="17007840" cy="1499616"/>
          </a:xfrm>
          <a:custGeom>
            <a:rect b="b" l="l" r="r" t="t"/>
            <a:pathLst>
              <a:path extrusionOk="0" h="1999488" w="22677120">
                <a:moveTo>
                  <a:pt x="0" y="243840"/>
                </a:moveTo>
                <a:cubicBezTo>
                  <a:pt x="0" y="109220"/>
                  <a:pt x="109220" y="0"/>
                  <a:pt x="243840" y="0"/>
                </a:cubicBezTo>
                <a:lnTo>
                  <a:pt x="22433280" y="0"/>
                </a:lnTo>
                <a:cubicBezTo>
                  <a:pt x="22567900" y="0"/>
                  <a:pt x="22677120" y="109220"/>
                  <a:pt x="22677120" y="243840"/>
                </a:cubicBezTo>
                <a:lnTo>
                  <a:pt x="22677120" y="1755648"/>
                </a:lnTo>
                <a:cubicBezTo>
                  <a:pt x="22677120" y="1890268"/>
                  <a:pt x="22567900" y="1999488"/>
                  <a:pt x="22433280" y="1999488"/>
                </a:cubicBezTo>
                <a:lnTo>
                  <a:pt x="243840" y="1999488"/>
                </a:lnTo>
                <a:cubicBezTo>
                  <a:pt x="109220" y="1999488"/>
                  <a:pt x="0" y="1890268"/>
                  <a:pt x="0" y="1755648"/>
                </a:cubicBezTo>
                <a:close/>
              </a:path>
            </a:pathLst>
          </a:custGeom>
          <a:solidFill>
            <a:srgbClr val="252B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6"/>
          <p:cNvSpPr/>
          <p:nvPr/>
        </p:nvSpPr>
        <p:spPr>
          <a:xfrm>
            <a:off x="914400" y="8540496"/>
            <a:ext cx="804672" cy="804672"/>
          </a:xfrm>
          <a:custGeom>
            <a:rect b="b" l="l" r="r" t="t"/>
            <a:pathLst>
              <a:path extrusionOk="0" h="1072896" w="1072896">
                <a:moveTo>
                  <a:pt x="0" y="536448"/>
                </a:moveTo>
                <a:cubicBezTo>
                  <a:pt x="0" y="240157"/>
                  <a:pt x="240157" y="0"/>
                  <a:pt x="536448" y="0"/>
                </a:cubicBezTo>
                <a:cubicBezTo>
                  <a:pt x="832739" y="0"/>
                  <a:pt x="1072896" y="240157"/>
                  <a:pt x="1072896" y="536448"/>
                </a:cubicBezTo>
                <a:cubicBezTo>
                  <a:pt x="1072896" y="832739"/>
                  <a:pt x="832739" y="1072896"/>
                  <a:pt x="536448" y="1072896"/>
                </a:cubicBezTo>
                <a:cubicBezTo>
                  <a:pt x="240157" y="1072896"/>
                  <a:pt x="0" y="832739"/>
                  <a:pt x="0" y="536448"/>
                </a:cubicBezTo>
                <a:close/>
              </a:path>
            </a:pathLst>
          </a:cu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reencoded.png" id="823" name="Google Shape;823;p16"/>
          <p:cNvSpPr/>
          <p:nvPr/>
        </p:nvSpPr>
        <p:spPr>
          <a:xfrm>
            <a:off x="1060704" y="8686800"/>
            <a:ext cx="512064" cy="512064"/>
          </a:xfrm>
          <a:custGeom>
            <a:rect b="b" l="l" r="r" t="t"/>
            <a:pathLst>
              <a:path extrusionOk="0" h="682752" w="682752">
                <a:moveTo>
                  <a:pt x="0" y="0"/>
                </a:moveTo>
                <a:lnTo>
                  <a:pt x="682752" y="0"/>
                </a:lnTo>
                <a:lnTo>
                  <a:pt x="682752" y="682752"/>
                </a:lnTo>
                <a:lnTo>
                  <a:pt x="0" y="682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24" name="Google Shape;824;p16"/>
          <p:cNvGrpSpPr/>
          <p:nvPr/>
        </p:nvGrpSpPr>
        <p:grpSpPr>
          <a:xfrm>
            <a:off x="2011680" y="8325898"/>
            <a:ext cx="5120640" cy="781526"/>
            <a:chOff x="0" y="-66675"/>
            <a:chExt cx="6827520" cy="1042035"/>
          </a:xfrm>
        </p:grpSpPr>
        <p:sp>
          <p:nvSpPr>
            <p:cNvPr id="825" name="Google Shape;825;p16"/>
            <p:cNvSpPr/>
            <p:nvPr/>
          </p:nvSpPr>
          <p:spPr>
            <a:xfrm>
              <a:off x="0" y="0"/>
              <a:ext cx="6827520" cy="975360"/>
            </a:xfrm>
            <a:custGeom>
              <a:rect b="b" l="l" r="r" t="t"/>
              <a:pathLst>
                <a:path extrusionOk="0"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396" l="0" r="0" t="-86396"/>
              </a:stretch>
            </a:blipFill>
            <a:ln>
              <a:noFill/>
            </a:ln>
          </p:spPr>
        </p:sp>
        <p:sp>
          <p:nvSpPr>
            <p:cNvPr id="826" name="Google Shape;826;p16"/>
            <p:cNvSpPr txBox="1"/>
            <p:nvPr/>
          </p:nvSpPr>
          <p:spPr>
            <a:xfrm>
              <a:off x="0" y="-66675"/>
              <a:ext cx="6827520" cy="1042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2ECC71"/>
                  </a:solidFill>
                  <a:latin typeface="Calibri"/>
                  <a:ea typeface="Calibri"/>
                  <a:cs typeface="Calibri"/>
                  <a:sym typeface="Calibri"/>
                </a:rPr>
                <a:t>Control con métricas</a:t>
              </a:r>
              <a:endParaRPr/>
            </a:p>
          </p:txBody>
        </p:sp>
      </p:grpSp>
      <p:grpSp>
        <p:nvGrpSpPr>
          <p:cNvPr id="827" name="Google Shape;827;p16"/>
          <p:cNvGrpSpPr/>
          <p:nvPr/>
        </p:nvGrpSpPr>
        <p:grpSpPr>
          <a:xfrm>
            <a:off x="2011680" y="9042273"/>
            <a:ext cx="15361921" cy="668655"/>
            <a:chOff x="0" y="-38100"/>
            <a:chExt cx="20482561" cy="891540"/>
          </a:xfrm>
        </p:grpSpPr>
        <p:sp>
          <p:nvSpPr>
            <p:cNvPr id="828" name="Google Shape;828;p16"/>
            <p:cNvSpPr/>
            <p:nvPr/>
          </p:nvSpPr>
          <p:spPr>
            <a:xfrm>
              <a:off x="0" y="0"/>
              <a:ext cx="20482561" cy="853440"/>
            </a:xfrm>
            <a:custGeom>
              <a:rect b="b" l="l" r="r" t="t"/>
              <a:pathLst>
                <a:path extrusionOk="0"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17639" l="0" r="0" t="-417639"/>
              </a:stretch>
            </a:blipFill>
            <a:ln>
              <a:noFill/>
            </a:ln>
          </p:spPr>
        </p:sp>
        <p:sp>
          <p:nvSpPr>
            <p:cNvPr id="829" name="Google Shape;829;p16"/>
            <p:cNvSpPr txBox="1"/>
            <p:nvPr/>
          </p:nvSpPr>
          <p:spPr>
            <a:xfrm>
              <a:off x="0" y="-38100"/>
              <a:ext cx="20482560" cy="891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SLA 92% en alta prioridad. Dashboard en tiempo real para jefatura TI.</a:t>
              </a:r>
              <a:endParaRPr/>
            </a:p>
          </p:txBody>
        </p:sp>
      </p:grpSp>
      <p:grpSp>
        <p:nvGrpSpPr>
          <p:cNvPr id="830" name="Google Shape;830;p16"/>
          <p:cNvGrpSpPr/>
          <p:nvPr/>
        </p:nvGrpSpPr>
        <p:grpSpPr>
          <a:xfrm>
            <a:off x="914400" y="9755505"/>
            <a:ext cx="16459200" cy="577215"/>
            <a:chOff x="0" y="-38100"/>
            <a:chExt cx="21945600" cy="769620"/>
          </a:xfrm>
        </p:grpSpPr>
        <p:sp>
          <p:nvSpPr>
            <p:cNvPr id="831" name="Google Shape;831;p16"/>
            <p:cNvSpPr/>
            <p:nvPr/>
          </p:nvSpPr>
          <p:spPr>
            <a:xfrm>
              <a:off x="0" y="0"/>
              <a:ext cx="21945600" cy="731520"/>
            </a:xfrm>
            <a:custGeom>
              <a:rect b="b" l="l" r="r" t="t"/>
              <a:pathLst>
                <a:path extrusionOk="0"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34522" l="0" r="0" t="-534522"/>
              </a:stretch>
            </a:blipFill>
            <a:ln>
              <a:noFill/>
            </a:ln>
          </p:spPr>
        </p:sp>
        <p:sp>
          <p:nvSpPr>
            <p:cNvPr id="832" name="Google Shape;832;p16"/>
            <p:cNvSpPr txBox="1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8A94B0"/>
                  </a:solidFill>
                  <a:latin typeface="Calibri"/>
                  <a:ea typeface="Calibri"/>
                  <a:cs typeface="Calibri"/>
                  <a:sym typeface="Calibri"/>
                </a:rPr>
                <a:t>Sistema de Gestión de Tickets — Centro Clínico Aconcagua | Grupo 11 | 2026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